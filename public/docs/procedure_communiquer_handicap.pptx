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Lst>
  <p:sldSz cy="6858000" cx="12192000"/>
  <p:notesSz cx="12192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 uri="GoogleSlidesCustomDataVersion2">
      <go:slidesCustomData xmlns:go="http://customooxmlschemas.google.com/" r:id="rId12" roundtripDataSignature="AMtx7mhjj8y++dZQuFWgKRHdiBIKEWfSE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12" Type="http://customschemas.google.com/relationships/presentationmetadata" Target="metadata"/><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 name="Google Shape;45;p1: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2: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 name="Google Shape;55;p2: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3: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3" name="Google Shape;73;p3: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4: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3" name="Google Shape;83;p4: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5: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p5: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3" name="Google Shape;103;p6: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 name="Shape 12"/>
        <p:cNvGrpSpPr/>
        <p:nvPr/>
      </p:nvGrpSpPr>
      <p:grpSpPr>
        <a:xfrm>
          <a:off x="0" y="0"/>
          <a:ext cx="0" cy="0"/>
          <a:chOff x="0" y="0"/>
          <a:chExt cx="0" cy="0"/>
        </a:xfrm>
      </p:grpSpPr>
      <p:sp>
        <p:nvSpPr>
          <p:cNvPr id="13" name="Google Shape;13;p8"/>
          <p:cNvSpPr txBox="1"/>
          <p:nvPr>
            <p:ph type="title"/>
          </p:nvPr>
        </p:nvSpPr>
        <p:spPr>
          <a:xfrm>
            <a:off x="532587" y="212547"/>
            <a:ext cx="11126825" cy="98679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170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8"/>
          <p:cNvSpPr txBox="1"/>
          <p:nvPr>
            <p:ph idx="1" type="body"/>
          </p:nvPr>
        </p:nvSpPr>
        <p:spPr>
          <a:xfrm>
            <a:off x="361823" y="1516227"/>
            <a:ext cx="11468353" cy="3486785"/>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sz="1700">
                <a:solidFill>
                  <a:schemeClr val="dk1"/>
                </a:solidFill>
                <a:latin typeface="Calibri"/>
                <a:ea typeface="Calibri"/>
                <a:cs typeface="Calibri"/>
                <a:sym typeface="Calibri"/>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5" name="Google Shape;15;p8"/>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8"/>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8"/>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showMasterSp="0">
  <p:cSld name="Two Content">
    <p:bg>
      <p:bgPr>
        <a:solidFill>
          <a:schemeClr val="lt1"/>
        </a:solidFill>
      </p:bgPr>
    </p:bg>
    <p:spTree>
      <p:nvGrpSpPr>
        <p:cNvPr id="18" name="Shape 18"/>
        <p:cNvGrpSpPr/>
        <p:nvPr/>
      </p:nvGrpSpPr>
      <p:grpSpPr>
        <a:xfrm>
          <a:off x="0" y="0"/>
          <a:ext cx="0" cy="0"/>
          <a:chOff x="0" y="0"/>
          <a:chExt cx="0" cy="0"/>
        </a:xfrm>
      </p:grpSpPr>
      <p:sp>
        <p:nvSpPr>
          <p:cNvPr id="19" name="Google Shape;19;p9"/>
          <p:cNvSpPr/>
          <p:nvPr/>
        </p:nvSpPr>
        <p:spPr>
          <a:xfrm>
            <a:off x="0" y="893063"/>
            <a:ext cx="722630" cy="5069205"/>
          </a:xfrm>
          <a:custGeom>
            <a:rect b="b" l="l" r="r" t="t"/>
            <a:pathLst>
              <a:path extrusionOk="0" h="5069205" w="722630">
                <a:moveTo>
                  <a:pt x="722376" y="0"/>
                </a:moveTo>
                <a:lnTo>
                  <a:pt x="0" y="0"/>
                </a:lnTo>
                <a:lnTo>
                  <a:pt x="0" y="5068824"/>
                </a:lnTo>
                <a:lnTo>
                  <a:pt x="722376" y="5068824"/>
                </a:lnTo>
                <a:lnTo>
                  <a:pt x="722376" y="0"/>
                </a:lnTo>
                <a:close/>
              </a:path>
            </a:pathLst>
          </a:custGeom>
          <a:solidFill>
            <a:srgbClr val="4B525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 name="Google Shape;20;p9"/>
          <p:cNvSpPr/>
          <p:nvPr/>
        </p:nvSpPr>
        <p:spPr>
          <a:xfrm>
            <a:off x="1466088" y="2599944"/>
            <a:ext cx="1286510" cy="1286510"/>
          </a:xfrm>
          <a:custGeom>
            <a:rect b="b" l="l" r="r" t="t"/>
            <a:pathLst>
              <a:path extrusionOk="0" h="1286510" w="1286510">
                <a:moveTo>
                  <a:pt x="643128" y="0"/>
                </a:moveTo>
                <a:lnTo>
                  <a:pt x="595126" y="1763"/>
                </a:lnTo>
                <a:lnTo>
                  <a:pt x="548084" y="6972"/>
                </a:lnTo>
                <a:lnTo>
                  <a:pt x="502125" y="15501"/>
                </a:lnTo>
                <a:lnTo>
                  <a:pt x="457373" y="27227"/>
                </a:lnTo>
                <a:lnTo>
                  <a:pt x="413953" y="42024"/>
                </a:lnTo>
                <a:lnTo>
                  <a:pt x="371988" y="59769"/>
                </a:lnTo>
                <a:lnTo>
                  <a:pt x="331604" y="80337"/>
                </a:lnTo>
                <a:lnTo>
                  <a:pt x="292925" y="103604"/>
                </a:lnTo>
                <a:lnTo>
                  <a:pt x="256074" y="129446"/>
                </a:lnTo>
                <a:lnTo>
                  <a:pt x="221176" y="157738"/>
                </a:lnTo>
                <a:lnTo>
                  <a:pt x="188356" y="188356"/>
                </a:lnTo>
                <a:lnTo>
                  <a:pt x="157738" y="221176"/>
                </a:lnTo>
                <a:lnTo>
                  <a:pt x="129446" y="256074"/>
                </a:lnTo>
                <a:lnTo>
                  <a:pt x="103604" y="292925"/>
                </a:lnTo>
                <a:lnTo>
                  <a:pt x="80337" y="331604"/>
                </a:lnTo>
                <a:lnTo>
                  <a:pt x="59769" y="371988"/>
                </a:lnTo>
                <a:lnTo>
                  <a:pt x="42024" y="413953"/>
                </a:lnTo>
                <a:lnTo>
                  <a:pt x="27227" y="457373"/>
                </a:lnTo>
                <a:lnTo>
                  <a:pt x="15501" y="502125"/>
                </a:lnTo>
                <a:lnTo>
                  <a:pt x="6972" y="548084"/>
                </a:lnTo>
                <a:lnTo>
                  <a:pt x="1763" y="595126"/>
                </a:lnTo>
                <a:lnTo>
                  <a:pt x="0" y="643127"/>
                </a:lnTo>
                <a:lnTo>
                  <a:pt x="1763" y="691129"/>
                </a:lnTo>
                <a:lnTo>
                  <a:pt x="6972" y="738171"/>
                </a:lnTo>
                <a:lnTo>
                  <a:pt x="15501" y="784130"/>
                </a:lnTo>
                <a:lnTo>
                  <a:pt x="27227" y="828882"/>
                </a:lnTo>
                <a:lnTo>
                  <a:pt x="42024" y="872302"/>
                </a:lnTo>
                <a:lnTo>
                  <a:pt x="59769" y="914267"/>
                </a:lnTo>
                <a:lnTo>
                  <a:pt x="80337" y="954651"/>
                </a:lnTo>
                <a:lnTo>
                  <a:pt x="103604" y="993330"/>
                </a:lnTo>
                <a:lnTo>
                  <a:pt x="129446" y="1030181"/>
                </a:lnTo>
                <a:lnTo>
                  <a:pt x="157738" y="1065079"/>
                </a:lnTo>
                <a:lnTo>
                  <a:pt x="188356" y="1097899"/>
                </a:lnTo>
                <a:lnTo>
                  <a:pt x="221176" y="1128517"/>
                </a:lnTo>
                <a:lnTo>
                  <a:pt x="256074" y="1156809"/>
                </a:lnTo>
                <a:lnTo>
                  <a:pt x="292925" y="1182651"/>
                </a:lnTo>
                <a:lnTo>
                  <a:pt x="331604" y="1205918"/>
                </a:lnTo>
                <a:lnTo>
                  <a:pt x="371988" y="1226486"/>
                </a:lnTo>
                <a:lnTo>
                  <a:pt x="413953" y="1244231"/>
                </a:lnTo>
                <a:lnTo>
                  <a:pt x="457373" y="1259028"/>
                </a:lnTo>
                <a:lnTo>
                  <a:pt x="502125" y="1270754"/>
                </a:lnTo>
                <a:lnTo>
                  <a:pt x="548084" y="1279283"/>
                </a:lnTo>
                <a:lnTo>
                  <a:pt x="595126" y="1284492"/>
                </a:lnTo>
                <a:lnTo>
                  <a:pt x="643128" y="1286255"/>
                </a:lnTo>
                <a:lnTo>
                  <a:pt x="691129" y="1284492"/>
                </a:lnTo>
                <a:lnTo>
                  <a:pt x="738171" y="1279283"/>
                </a:lnTo>
                <a:lnTo>
                  <a:pt x="784130" y="1270754"/>
                </a:lnTo>
                <a:lnTo>
                  <a:pt x="828882" y="1259028"/>
                </a:lnTo>
                <a:lnTo>
                  <a:pt x="872302" y="1244231"/>
                </a:lnTo>
                <a:lnTo>
                  <a:pt x="914267" y="1226486"/>
                </a:lnTo>
                <a:lnTo>
                  <a:pt x="954651" y="1205918"/>
                </a:lnTo>
                <a:lnTo>
                  <a:pt x="993330" y="1182651"/>
                </a:lnTo>
                <a:lnTo>
                  <a:pt x="1030181" y="1156809"/>
                </a:lnTo>
                <a:lnTo>
                  <a:pt x="1065079" y="1128517"/>
                </a:lnTo>
                <a:lnTo>
                  <a:pt x="1097899" y="1097899"/>
                </a:lnTo>
                <a:lnTo>
                  <a:pt x="1128517" y="1065079"/>
                </a:lnTo>
                <a:lnTo>
                  <a:pt x="1156809" y="1030181"/>
                </a:lnTo>
                <a:lnTo>
                  <a:pt x="1182651" y="993330"/>
                </a:lnTo>
                <a:lnTo>
                  <a:pt x="1205918" y="954651"/>
                </a:lnTo>
                <a:lnTo>
                  <a:pt x="1226486" y="914267"/>
                </a:lnTo>
                <a:lnTo>
                  <a:pt x="1244231" y="872302"/>
                </a:lnTo>
                <a:lnTo>
                  <a:pt x="1259028" y="828882"/>
                </a:lnTo>
                <a:lnTo>
                  <a:pt x="1270754" y="784130"/>
                </a:lnTo>
                <a:lnTo>
                  <a:pt x="1279283" y="738171"/>
                </a:lnTo>
                <a:lnTo>
                  <a:pt x="1284492" y="691129"/>
                </a:lnTo>
                <a:lnTo>
                  <a:pt x="1286256" y="643127"/>
                </a:lnTo>
                <a:lnTo>
                  <a:pt x="1284492" y="595126"/>
                </a:lnTo>
                <a:lnTo>
                  <a:pt x="1279283" y="548084"/>
                </a:lnTo>
                <a:lnTo>
                  <a:pt x="1270754" y="502125"/>
                </a:lnTo>
                <a:lnTo>
                  <a:pt x="1259028" y="457373"/>
                </a:lnTo>
                <a:lnTo>
                  <a:pt x="1244231" y="413953"/>
                </a:lnTo>
                <a:lnTo>
                  <a:pt x="1226486" y="371988"/>
                </a:lnTo>
                <a:lnTo>
                  <a:pt x="1205918" y="331604"/>
                </a:lnTo>
                <a:lnTo>
                  <a:pt x="1182651" y="292925"/>
                </a:lnTo>
                <a:lnTo>
                  <a:pt x="1156809" y="256074"/>
                </a:lnTo>
                <a:lnTo>
                  <a:pt x="1128517" y="221176"/>
                </a:lnTo>
                <a:lnTo>
                  <a:pt x="1097899" y="188356"/>
                </a:lnTo>
                <a:lnTo>
                  <a:pt x="1065079" y="157738"/>
                </a:lnTo>
                <a:lnTo>
                  <a:pt x="1030181" y="129446"/>
                </a:lnTo>
                <a:lnTo>
                  <a:pt x="993330" y="103604"/>
                </a:lnTo>
                <a:lnTo>
                  <a:pt x="954651" y="80337"/>
                </a:lnTo>
                <a:lnTo>
                  <a:pt x="914267" y="59769"/>
                </a:lnTo>
                <a:lnTo>
                  <a:pt x="872302" y="42024"/>
                </a:lnTo>
                <a:lnTo>
                  <a:pt x="828882" y="27227"/>
                </a:lnTo>
                <a:lnTo>
                  <a:pt x="784130" y="15501"/>
                </a:lnTo>
                <a:lnTo>
                  <a:pt x="738171" y="6972"/>
                </a:lnTo>
                <a:lnTo>
                  <a:pt x="691129" y="1763"/>
                </a:lnTo>
                <a:lnTo>
                  <a:pt x="643128" y="0"/>
                </a:lnTo>
                <a:close/>
              </a:path>
            </a:pathLst>
          </a:custGeom>
          <a:solidFill>
            <a:srgbClr val="EC7C3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21" name="Google Shape;21;p9"/>
          <p:cNvPicPr preferRelativeResize="0"/>
          <p:nvPr/>
        </p:nvPicPr>
        <p:blipFill rotWithShape="1">
          <a:blip r:embed="rId2">
            <a:alphaModFix/>
          </a:blip>
          <a:srcRect b="0" l="0" r="0" t="0"/>
          <a:stretch/>
        </p:blipFill>
        <p:spPr>
          <a:xfrm>
            <a:off x="1734312" y="2868168"/>
            <a:ext cx="746760" cy="746760"/>
          </a:xfrm>
          <a:prstGeom prst="rect">
            <a:avLst/>
          </a:prstGeom>
          <a:noFill/>
          <a:ln>
            <a:noFill/>
          </a:ln>
        </p:spPr>
      </p:pic>
      <p:sp>
        <p:nvSpPr>
          <p:cNvPr id="22" name="Google Shape;22;p9"/>
          <p:cNvSpPr txBox="1"/>
          <p:nvPr>
            <p:ph type="title"/>
          </p:nvPr>
        </p:nvSpPr>
        <p:spPr>
          <a:xfrm>
            <a:off x="532587" y="212547"/>
            <a:ext cx="11126825" cy="98679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170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9"/>
          <p:cNvSpPr txBox="1"/>
          <p:nvPr>
            <p:ph idx="1" type="body"/>
          </p:nvPr>
        </p:nvSpPr>
        <p:spPr>
          <a:xfrm>
            <a:off x="609600" y="1577340"/>
            <a:ext cx="5303520" cy="452628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4" name="Google Shape;24;p9"/>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5" name="Google Shape;25;p9"/>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9"/>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9"/>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8" name="Shape 28"/>
        <p:cNvGrpSpPr/>
        <p:nvPr/>
      </p:nvGrpSpPr>
      <p:grpSpPr>
        <a:xfrm>
          <a:off x="0" y="0"/>
          <a:ext cx="0" cy="0"/>
          <a:chOff x="0" y="0"/>
          <a:chExt cx="0" cy="0"/>
        </a:xfrm>
      </p:grpSpPr>
      <p:sp>
        <p:nvSpPr>
          <p:cNvPr id="29" name="Google Shape;29;p10"/>
          <p:cNvSpPr txBox="1"/>
          <p:nvPr>
            <p:ph type="ctrTitle"/>
          </p:nvPr>
        </p:nvSpPr>
        <p:spPr>
          <a:xfrm>
            <a:off x="914400" y="2125980"/>
            <a:ext cx="10363200" cy="144018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0"/>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0"/>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0"/>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0"/>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4" name="Shape 34"/>
        <p:cNvGrpSpPr/>
        <p:nvPr/>
      </p:nvGrpSpPr>
      <p:grpSpPr>
        <a:xfrm>
          <a:off x="0" y="0"/>
          <a:ext cx="0" cy="0"/>
          <a:chOff x="0" y="0"/>
          <a:chExt cx="0" cy="0"/>
        </a:xfrm>
      </p:grpSpPr>
      <p:sp>
        <p:nvSpPr>
          <p:cNvPr id="35" name="Google Shape;35;p11"/>
          <p:cNvSpPr txBox="1"/>
          <p:nvPr>
            <p:ph type="title"/>
          </p:nvPr>
        </p:nvSpPr>
        <p:spPr>
          <a:xfrm>
            <a:off x="532587" y="212547"/>
            <a:ext cx="11126825" cy="98679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170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1"/>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11"/>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1"/>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9" name="Shape 39"/>
        <p:cNvGrpSpPr/>
        <p:nvPr/>
      </p:nvGrpSpPr>
      <p:grpSpPr>
        <a:xfrm>
          <a:off x="0" y="0"/>
          <a:ext cx="0" cy="0"/>
          <a:chOff x="0" y="0"/>
          <a:chExt cx="0" cy="0"/>
        </a:xfrm>
      </p:grpSpPr>
      <p:sp>
        <p:nvSpPr>
          <p:cNvPr id="40" name="Google Shape;40;p12"/>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12"/>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2"/>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7"/>
          <p:cNvSpPr/>
          <p:nvPr/>
        </p:nvSpPr>
        <p:spPr>
          <a:xfrm>
            <a:off x="0" y="0"/>
            <a:ext cx="12192000" cy="6858000"/>
          </a:xfrm>
          <a:custGeom>
            <a:rect b="b" l="l" r="r" t="t"/>
            <a:pathLst>
              <a:path extrusionOk="0" h="6858000" w="12192000">
                <a:moveTo>
                  <a:pt x="12192000" y="0"/>
                </a:moveTo>
                <a:lnTo>
                  <a:pt x="0" y="0"/>
                </a:lnTo>
                <a:lnTo>
                  <a:pt x="0" y="6858000"/>
                </a:lnTo>
                <a:lnTo>
                  <a:pt x="12192000" y="6858000"/>
                </a:lnTo>
                <a:lnTo>
                  <a:pt x="12192000" y="0"/>
                </a:lnTo>
                <a:close/>
              </a:path>
            </a:pathLst>
          </a:custGeom>
          <a:solidFill>
            <a:srgbClr val="41414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 name="Google Shape;7;p7"/>
          <p:cNvSpPr txBox="1"/>
          <p:nvPr>
            <p:ph type="title"/>
          </p:nvPr>
        </p:nvSpPr>
        <p:spPr>
          <a:xfrm>
            <a:off x="532587" y="212547"/>
            <a:ext cx="11126825" cy="98679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7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p7"/>
          <p:cNvSpPr txBox="1"/>
          <p:nvPr>
            <p:ph idx="1" type="body"/>
          </p:nvPr>
        </p:nvSpPr>
        <p:spPr>
          <a:xfrm>
            <a:off x="361823" y="1516227"/>
            <a:ext cx="11468353" cy="3486785"/>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17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9" name="Google Shape;9;p7"/>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 name="Google Shape;10;p7"/>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7"/>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10.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sp>
        <p:nvSpPr>
          <p:cNvPr id="47" name="Google Shape;47;p1"/>
          <p:cNvSpPr txBox="1"/>
          <p:nvPr/>
        </p:nvSpPr>
        <p:spPr>
          <a:xfrm>
            <a:off x="6310629" y="3728415"/>
            <a:ext cx="4849495" cy="2510155"/>
          </a:xfrm>
          <a:prstGeom prst="rect">
            <a:avLst/>
          </a:prstGeom>
          <a:noFill/>
          <a:ln>
            <a:noFill/>
          </a:ln>
        </p:spPr>
        <p:txBody>
          <a:bodyPr anchorCtr="0" anchor="t" bIns="0" lIns="0" spcFirstLastPara="1" rIns="0" wrap="square" tIns="77450">
            <a:spAutoFit/>
          </a:bodyPr>
          <a:lstStyle/>
          <a:p>
            <a:pPr indent="0" lvl="0" marL="12700" marR="5080" rtl="0" algn="l">
              <a:lnSpc>
                <a:spcPct val="90200"/>
              </a:lnSpc>
              <a:spcBef>
                <a:spcPts val="0"/>
              </a:spcBef>
              <a:spcAft>
                <a:spcPts val="0"/>
              </a:spcAft>
              <a:buClr>
                <a:srgbClr val="000000"/>
              </a:buClr>
              <a:buSzPts val="4400"/>
              <a:buFont typeface="Arial"/>
              <a:buNone/>
            </a:pPr>
            <a:r>
              <a:rPr b="1" i="0" lang="en-US" sz="4400" u="none" cap="none" strike="noStrike">
                <a:solidFill>
                  <a:srgbClr val="FFFFFF"/>
                </a:solidFill>
                <a:latin typeface="Calibri"/>
                <a:ea typeface="Calibri"/>
                <a:cs typeface="Calibri"/>
                <a:sym typeface="Calibri"/>
              </a:rPr>
              <a:t>Savoir communiquer  avec des personnes  en situation de  handicap</a:t>
            </a:r>
            <a:endParaRPr b="0" i="0" sz="4400" u="none" cap="none" strike="noStrike">
              <a:solidFill>
                <a:srgbClr val="000000"/>
              </a:solidFill>
              <a:latin typeface="Calibri"/>
              <a:ea typeface="Calibri"/>
              <a:cs typeface="Calibri"/>
              <a:sym typeface="Calibri"/>
            </a:endParaRPr>
          </a:p>
        </p:txBody>
      </p:sp>
      <p:grpSp>
        <p:nvGrpSpPr>
          <p:cNvPr id="48" name="Google Shape;48;p1"/>
          <p:cNvGrpSpPr/>
          <p:nvPr/>
        </p:nvGrpSpPr>
        <p:grpSpPr>
          <a:xfrm>
            <a:off x="0" y="0"/>
            <a:ext cx="10207878" cy="6858126"/>
            <a:chOff x="0" y="0"/>
            <a:chExt cx="10207878" cy="6858126"/>
          </a:xfrm>
        </p:grpSpPr>
        <p:sp>
          <p:nvSpPr>
            <p:cNvPr id="49" name="Google Shape;49;p1"/>
            <p:cNvSpPr/>
            <p:nvPr/>
          </p:nvSpPr>
          <p:spPr>
            <a:xfrm>
              <a:off x="0" y="484631"/>
              <a:ext cx="5550535" cy="6373495"/>
            </a:xfrm>
            <a:custGeom>
              <a:rect b="b" l="l" r="r" t="t"/>
              <a:pathLst>
                <a:path extrusionOk="0" h="6373495" w="5550535">
                  <a:moveTo>
                    <a:pt x="2203577" y="0"/>
                  </a:moveTo>
                  <a:lnTo>
                    <a:pt x="2150929" y="405"/>
                  </a:lnTo>
                  <a:lnTo>
                    <a:pt x="2098478" y="1617"/>
                  </a:lnTo>
                  <a:lnTo>
                    <a:pt x="2046228" y="3630"/>
                  </a:lnTo>
                  <a:lnTo>
                    <a:pt x="1994187" y="6439"/>
                  </a:lnTo>
                  <a:lnTo>
                    <a:pt x="1942359" y="10036"/>
                  </a:lnTo>
                  <a:lnTo>
                    <a:pt x="1890752" y="14416"/>
                  </a:lnTo>
                  <a:lnTo>
                    <a:pt x="1839370" y="19574"/>
                  </a:lnTo>
                  <a:lnTo>
                    <a:pt x="1788219" y="25503"/>
                  </a:lnTo>
                  <a:lnTo>
                    <a:pt x="1737307" y="32198"/>
                  </a:lnTo>
                  <a:lnTo>
                    <a:pt x="1686637" y="39652"/>
                  </a:lnTo>
                  <a:lnTo>
                    <a:pt x="1636218" y="47860"/>
                  </a:lnTo>
                  <a:lnTo>
                    <a:pt x="1586053" y="56815"/>
                  </a:lnTo>
                  <a:lnTo>
                    <a:pt x="1536150" y="66512"/>
                  </a:lnTo>
                  <a:lnTo>
                    <a:pt x="1486514" y="76945"/>
                  </a:lnTo>
                  <a:lnTo>
                    <a:pt x="1437151" y="88108"/>
                  </a:lnTo>
                  <a:lnTo>
                    <a:pt x="1388067" y="99995"/>
                  </a:lnTo>
                  <a:lnTo>
                    <a:pt x="1339268" y="112599"/>
                  </a:lnTo>
                  <a:lnTo>
                    <a:pt x="1290760" y="125917"/>
                  </a:lnTo>
                  <a:lnTo>
                    <a:pt x="1242548" y="139940"/>
                  </a:lnTo>
                  <a:lnTo>
                    <a:pt x="1194640" y="154664"/>
                  </a:lnTo>
                  <a:lnTo>
                    <a:pt x="1147040" y="170082"/>
                  </a:lnTo>
                  <a:lnTo>
                    <a:pt x="1099754" y="186188"/>
                  </a:lnTo>
                  <a:lnTo>
                    <a:pt x="1052789" y="202977"/>
                  </a:lnTo>
                  <a:lnTo>
                    <a:pt x="1006151" y="220443"/>
                  </a:lnTo>
                  <a:lnTo>
                    <a:pt x="959844" y="238580"/>
                  </a:lnTo>
                  <a:lnTo>
                    <a:pt x="913876" y="257381"/>
                  </a:lnTo>
                  <a:lnTo>
                    <a:pt x="868252" y="276841"/>
                  </a:lnTo>
                  <a:lnTo>
                    <a:pt x="822978" y="296954"/>
                  </a:lnTo>
                  <a:lnTo>
                    <a:pt x="778061" y="317715"/>
                  </a:lnTo>
                  <a:lnTo>
                    <a:pt x="733505" y="339116"/>
                  </a:lnTo>
                  <a:lnTo>
                    <a:pt x="689316" y="361153"/>
                  </a:lnTo>
                  <a:lnTo>
                    <a:pt x="645502" y="383819"/>
                  </a:lnTo>
                  <a:lnTo>
                    <a:pt x="602067" y="407108"/>
                  </a:lnTo>
                  <a:lnTo>
                    <a:pt x="559018" y="431015"/>
                  </a:lnTo>
                  <a:lnTo>
                    <a:pt x="516360" y="455533"/>
                  </a:lnTo>
                  <a:lnTo>
                    <a:pt x="474100" y="480657"/>
                  </a:lnTo>
                  <a:lnTo>
                    <a:pt x="432243" y="506381"/>
                  </a:lnTo>
                  <a:lnTo>
                    <a:pt x="390796" y="532698"/>
                  </a:lnTo>
                  <a:lnTo>
                    <a:pt x="349763" y="559604"/>
                  </a:lnTo>
                  <a:lnTo>
                    <a:pt x="309152" y="587091"/>
                  </a:lnTo>
                  <a:lnTo>
                    <a:pt x="268968" y="615154"/>
                  </a:lnTo>
                  <a:lnTo>
                    <a:pt x="229216" y="643788"/>
                  </a:lnTo>
                  <a:lnTo>
                    <a:pt x="189904" y="672985"/>
                  </a:lnTo>
                  <a:lnTo>
                    <a:pt x="151036" y="702741"/>
                  </a:lnTo>
                  <a:lnTo>
                    <a:pt x="112619" y="733050"/>
                  </a:lnTo>
                  <a:lnTo>
                    <a:pt x="74659" y="763904"/>
                  </a:lnTo>
                  <a:lnTo>
                    <a:pt x="0" y="831722"/>
                  </a:lnTo>
                  <a:lnTo>
                    <a:pt x="0" y="5859056"/>
                  </a:lnTo>
                  <a:lnTo>
                    <a:pt x="74659" y="5926886"/>
                  </a:lnTo>
                  <a:lnTo>
                    <a:pt x="114356" y="5959128"/>
                  </a:lnTo>
                  <a:lnTo>
                    <a:pt x="154552" y="5990772"/>
                  </a:lnTo>
                  <a:lnTo>
                    <a:pt x="195241" y="6021812"/>
                  </a:lnTo>
                  <a:lnTo>
                    <a:pt x="236415" y="6052242"/>
                  </a:lnTo>
                  <a:lnTo>
                    <a:pt x="278068" y="6082055"/>
                  </a:lnTo>
                  <a:lnTo>
                    <a:pt x="320192" y="6111243"/>
                  </a:lnTo>
                  <a:lnTo>
                    <a:pt x="362782" y="6139800"/>
                  </a:lnTo>
                  <a:lnTo>
                    <a:pt x="405830" y="6167720"/>
                  </a:lnTo>
                  <a:lnTo>
                    <a:pt x="449329" y="6194994"/>
                  </a:lnTo>
                  <a:lnTo>
                    <a:pt x="493273" y="6221617"/>
                  </a:lnTo>
                  <a:lnTo>
                    <a:pt x="537654" y="6247582"/>
                  </a:lnTo>
                  <a:lnTo>
                    <a:pt x="779741" y="6373367"/>
                  </a:lnTo>
                  <a:lnTo>
                    <a:pt x="3619627" y="6373367"/>
                  </a:lnTo>
                  <a:lnTo>
                    <a:pt x="3798824" y="6287038"/>
                  </a:lnTo>
                  <a:lnTo>
                    <a:pt x="3840935" y="6263777"/>
                  </a:lnTo>
                  <a:lnTo>
                    <a:pt x="3882674" y="6239932"/>
                  </a:lnTo>
                  <a:lnTo>
                    <a:pt x="3924035" y="6215508"/>
                  </a:lnTo>
                  <a:lnTo>
                    <a:pt x="3965012" y="6190511"/>
                  </a:lnTo>
                  <a:lnTo>
                    <a:pt x="4005601" y="6164946"/>
                  </a:lnTo>
                  <a:lnTo>
                    <a:pt x="4045794" y="6138819"/>
                  </a:lnTo>
                  <a:lnTo>
                    <a:pt x="4085587" y="6112135"/>
                  </a:lnTo>
                  <a:lnTo>
                    <a:pt x="4124974" y="6084900"/>
                  </a:lnTo>
                  <a:lnTo>
                    <a:pt x="4163950" y="6057119"/>
                  </a:lnTo>
                  <a:lnTo>
                    <a:pt x="4202510" y="6028799"/>
                  </a:lnTo>
                  <a:lnTo>
                    <a:pt x="4240647" y="5999943"/>
                  </a:lnTo>
                  <a:lnTo>
                    <a:pt x="4278356" y="5970559"/>
                  </a:lnTo>
                  <a:lnTo>
                    <a:pt x="4315631" y="5940651"/>
                  </a:lnTo>
                  <a:lnTo>
                    <a:pt x="4352468" y="5910224"/>
                  </a:lnTo>
                  <a:lnTo>
                    <a:pt x="4388860" y="5879286"/>
                  </a:lnTo>
                  <a:lnTo>
                    <a:pt x="4424802" y="5847840"/>
                  </a:lnTo>
                  <a:lnTo>
                    <a:pt x="4460289" y="5815893"/>
                  </a:lnTo>
                  <a:lnTo>
                    <a:pt x="4495315" y="5783450"/>
                  </a:lnTo>
                  <a:lnTo>
                    <a:pt x="4529874" y="5750516"/>
                  </a:lnTo>
                  <a:lnTo>
                    <a:pt x="4563961" y="5717097"/>
                  </a:lnTo>
                  <a:lnTo>
                    <a:pt x="4597570" y="5683199"/>
                  </a:lnTo>
                  <a:lnTo>
                    <a:pt x="4630696" y="5648828"/>
                  </a:lnTo>
                  <a:lnTo>
                    <a:pt x="4663334" y="5613987"/>
                  </a:lnTo>
                  <a:lnTo>
                    <a:pt x="4695477" y="5578684"/>
                  </a:lnTo>
                  <a:lnTo>
                    <a:pt x="4727121" y="5542924"/>
                  </a:lnTo>
                  <a:lnTo>
                    <a:pt x="4758259" y="5506712"/>
                  </a:lnTo>
                  <a:lnTo>
                    <a:pt x="4788887" y="5470053"/>
                  </a:lnTo>
                  <a:lnTo>
                    <a:pt x="4818998" y="5432954"/>
                  </a:lnTo>
                  <a:lnTo>
                    <a:pt x="4848588" y="5395420"/>
                  </a:lnTo>
                  <a:lnTo>
                    <a:pt x="4877650" y="5357455"/>
                  </a:lnTo>
                  <a:lnTo>
                    <a:pt x="4906179" y="5319067"/>
                  </a:lnTo>
                  <a:lnTo>
                    <a:pt x="4934170" y="5280260"/>
                  </a:lnTo>
                  <a:lnTo>
                    <a:pt x="4961617" y="5241040"/>
                  </a:lnTo>
                  <a:lnTo>
                    <a:pt x="4988515" y="5201412"/>
                  </a:lnTo>
                  <a:lnTo>
                    <a:pt x="5014857" y="5161382"/>
                  </a:lnTo>
                  <a:lnTo>
                    <a:pt x="5040639" y="5120956"/>
                  </a:lnTo>
                  <a:lnTo>
                    <a:pt x="5065855" y="5080138"/>
                  </a:lnTo>
                  <a:lnTo>
                    <a:pt x="5090499" y="5038935"/>
                  </a:lnTo>
                  <a:lnTo>
                    <a:pt x="5114566" y="4997352"/>
                  </a:lnTo>
                  <a:lnTo>
                    <a:pt x="5138051" y="4955394"/>
                  </a:lnTo>
                  <a:lnTo>
                    <a:pt x="5160948" y="4913068"/>
                  </a:lnTo>
                  <a:lnTo>
                    <a:pt x="5183250" y="4870378"/>
                  </a:lnTo>
                  <a:lnTo>
                    <a:pt x="5204954" y="4827330"/>
                  </a:lnTo>
                  <a:lnTo>
                    <a:pt x="5226053" y="4783930"/>
                  </a:lnTo>
                  <a:lnTo>
                    <a:pt x="5246541" y="4740182"/>
                  </a:lnTo>
                  <a:lnTo>
                    <a:pt x="5266414" y="4696094"/>
                  </a:lnTo>
                  <a:lnTo>
                    <a:pt x="5285666" y="4651669"/>
                  </a:lnTo>
                  <a:lnTo>
                    <a:pt x="5304290" y="4606914"/>
                  </a:lnTo>
                  <a:lnTo>
                    <a:pt x="5322283" y="4561835"/>
                  </a:lnTo>
                  <a:lnTo>
                    <a:pt x="5339637" y="4516436"/>
                  </a:lnTo>
                  <a:lnTo>
                    <a:pt x="5356348" y="4470723"/>
                  </a:lnTo>
                  <a:lnTo>
                    <a:pt x="5372410" y="4424702"/>
                  </a:lnTo>
                  <a:lnTo>
                    <a:pt x="5387818" y="4378379"/>
                  </a:lnTo>
                  <a:lnTo>
                    <a:pt x="5402565" y="4331758"/>
                  </a:lnTo>
                  <a:lnTo>
                    <a:pt x="5416648" y="4284845"/>
                  </a:lnTo>
                  <a:lnTo>
                    <a:pt x="5430059" y="4237647"/>
                  </a:lnTo>
                  <a:lnTo>
                    <a:pt x="5442793" y="4190168"/>
                  </a:lnTo>
                  <a:lnTo>
                    <a:pt x="5454845" y="4142413"/>
                  </a:lnTo>
                  <a:lnTo>
                    <a:pt x="5466210" y="4094389"/>
                  </a:lnTo>
                  <a:lnTo>
                    <a:pt x="5476882" y="4046101"/>
                  </a:lnTo>
                  <a:lnTo>
                    <a:pt x="5486855" y="3997555"/>
                  </a:lnTo>
                  <a:lnTo>
                    <a:pt x="5496123" y="3948755"/>
                  </a:lnTo>
                  <a:lnTo>
                    <a:pt x="5504682" y="3899708"/>
                  </a:lnTo>
                  <a:lnTo>
                    <a:pt x="5512526" y="3850419"/>
                  </a:lnTo>
                  <a:lnTo>
                    <a:pt x="5519649" y="3800893"/>
                  </a:lnTo>
                  <a:lnTo>
                    <a:pt x="5526045" y="3751137"/>
                  </a:lnTo>
                  <a:lnTo>
                    <a:pt x="5531710" y="3701155"/>
                  </a:lnTo>
                  <a:lnTo>
                    <a:pt x="5536637" y="3650953"/>
                  </a:lnTo>
                  <a:lnTo>
                    <a:pt x="5540822" y="3600537"/>
                  </a:lnTo>
                  <a:lnTo>
                    <a:pt x="5544258" y="3549912"/>
                  </a:lnTo>
                  <a:lnTo>
                    <a:pt x="5546940" y="3499083"/>
                  </a:lnTo>
                  <a:lnTo>
                    <a:pt x="5548863" y="3448057"/>
                  </a:lnTo>
                  <a:lnTo>
                    <a:pt x="5550020" y="3396839"/>
                  </a:lnTo>
                  <a:lnTo>
                    <a:pt x="5550408" y="3345433"/>
                  </a:lnTo>
                  <a:lnTo>
                    <a:pt x="5550062" y="3296894"/>
                  </a:lnTo>
                  <a:lnTo>
                    <a:pt x="5549030" y="3248521"/>
                  </a:lnTo>
                  <a:lnTo>
                    <a:pt x="5547315" y="3200318"/>
                  </a:lnTo>
                  <a:lnTo>
                    <a:pt x="5544923" y="3152291"/>
                  </a:lnTo>
                  <a:lnTo>
                    <a:pt x="5541857" y="3104444"/>
                  </a:lnTo>
                  <a:lnTo>
                    <a:pt x="5538122" y="3056782"/>
                  </a:lnTo>
                  <a:lnTo>
                    <a:pt x="5533724" y="3009309"/>
                  </a:lnTo>
                  <a:lnTo>
                    <a:pt x="5528666" y="2962030"/>
                  </a:lnTo>
                  <a:lnTo>
                    <a:pt x="5522954" y="2914950"/>
                  </a:lnTo>
                  <a:lnTo>
                    <a:pt x="5516592" y="2868073"/>
                  </a:lnTo>
                  <a:lnTo>
                    <a:pt x="5509585" y="2821404"/>
                  </a:lnTo>
                  <a:lnTo>
                    <a:pt x="5501936" y="2774948"/>
                  </a:lnTo>
                  <a:lnTo>
                    <a:pt x="5493652" y="2728708"/>
                  </a:lnTo>
                  <a:lnTo>
                    <a:pt x="5484737" y="2682691"/>
                  </a:lnTo>
                  <a:lnTo>
                    <a:pt x="5475195" y="2636901"/>
                  </a:lnTo>
                  <a:lnTo>
                    <a:pt x="5465031" y="2591341"/>
                  </a:lnTo>
                  <a:lnTo>
                    <a:pt x="5454249" y="2546018"/>
                  </a:lnTo>
                  <a:lnTo>
                    <a:pt x="5442855" y="2500935"/>
                  </a:lnTo>
                  <a:lnTo>
                    <a:pt x="5430852" y="2456097"/>
                  </a:lnTo>
                  <a:lnTo>
                    <a:pt x="5418246" y="2411509"/>
                  </a:lnTo>
                  <a:lnTo>
                    <a:pt x="5405042" y="2367176"/>
                  </a:lnTo>
                  <a:lnTo>
                    <a:pt x="5391243" y="2323101"/>
                  </a:lnTo>
                  <a:lnTo>
                    <a:pt x="5376855" y="2279291"/>
                  </a:lnTo>
                  <a:lnTo>
                    <a:pt x="5361882" y="2235748"/>
                  </a:lnTo>
                  <a:lnTo>
                    <a:pt x="5346329" y="2192479"/>
                  </a:lnTo>
                  <a:lnTo>
                    <a:pt x="5330200" y="2149488"/>
                  </a:lnTo>
                  <a:lnTo>
                    <a:pt x="5313500" y="2106779"/>
                  </a:lnTo>
                  <a:lnTo>
                    <a:pt x="5296234" y="2064357"/>
                  </a:lnTo>
                  <a:lnTo>
                    <a:pt x="5278407" y="2022226"/>
                  </a:lnTo>
                  <a:lnTo>
                    <a:pt x="5260023" y="1980392"/>
                  </a:lnTo>
                  <a:lnTo>
                    <a:pt x="5241086" y="1938859"/>
                  </a:lnTo>
                  <a:lnTo>
                    <a:pt x="5221602" y="1897632"/>
                  </a:lnTo>
                  <a:lnTo>
                    <a:pt x="5201574" y="1856715"/>
                  </a:lnTo>
                  <a:lnTo>
                    <a:pt x="5181009" y="1816112"/>
                  </a:lnTo>
                  <a:lnTo>
                    <a:pt x="5159910" y="1775829"/>
                  </a:lnTo>
                  <a:lnTo>
                    <a:pt x="5138282" y="1735871"/>
                  </a:lnTo>
                  <a:lnTo>
                    <a:pt x="5116129" y="1696241"/>
                  </a:lnTo>
                  <a:lnTo>
                    <a:pt x="5093457" y="1656945"/>
                  </a:lnTo>
                  <a:lnTo>
                    <a:pt x="5070269" y="1617987"/>
                  </a:lnTo>
                  <a:lnTo>
                    <a:pt x="5046572" y="1579372"/>
                  </a:lnTo>
                  <a:lnTo>
                    <a:pt x="5022368" y="1541104"/>
                  </a:lnTo>
                  <a:lnTo>
                    <a:pt x="4997664" y="1503188"/>
                  </a:lnTo>
                  <a:lnTo>
                    <a:pt x="4972463" y="1465629"/>
                  </a:lnTo>
                  <a:lnTo>
                    <a:pt x="4946770" y="1428432"/>
                  </a:lnTo>
                  <a:lnTo>
                    <a:pt x="4920590" y="1391600"/>
                  </a:lnTo>
                  <a:lnTo>
                    <a:pt x="4893928" y="1355140"/>
                  </a:lnTo>
                  <a:lnTo>
                    <a:pt x="4866787" y="1319054"/>
                  </a:lnTo>
                  <a:lnTo>
                    <a:pt x="4839174" y="1283349"/>
                  </a:lnTo>
                  <a:lnTo>
                    <a:pt x="4811092" y="1248028"/>
                  </a:lnTo>
                  <a:lnTo>
                    <a:pt x="4782546" y="1213097"/>
                  </a:lnTo>
                  <a:lnTo>
                    <a:pt x="4753541" y="1178559"/>
                  </a:lnTo>
                  <a:lnTo>
                    <a:pt x="4724081" y="1144421"/>
                  </a:lnTo>
                  <a:lnTo>
                    <a:pt x="4694171" y="1110685"/>
                  </a:lnTo>
                  <a:lnTo>
                    <a:pt x="4663816" y="1077357"/>
                  </a:lnTo>
                  <a:lnTo>
                    <a:pt x="4633021" y="1044442"/>
                  </a:lnTo>
                  <a:lnTo>
                    <a:pt x="4601789" y="1011944"/>
                  </a:lnTo>
                  <a:lnTo>
                    <a:pt x="4570126" y="979868"/>
                  </a:lnTo>
                  <a:lnTo>
                    <a:pt x="4538037" y="948218"/>
                  </a:lnTo>
                  <a:lnTo>
                    <a:pt x="4505525" y="917000"/>
                  </a:lnTo>
                  <a:lnTo>
                    <a:pt x="4472596" y="886217"/>
                  </a:lnTo>
                  <a:lnTo>
                    <a:pt x="4439254" y="855875"/>
                  </a:lnTo>
                  <a:lnTo>
                    <a:pt x="4405505" y="825978"/>
                  </a:lnTo>
                  <a:lnTo>
                    <a:pt x="4371352" y="796531"/>
                  </a:lnTo>
                  <a:lnTo>
                    <a:pt x="4336800" y="767538"/>
                  </a:lnTo>
                  <a:lnTo>
                    <a:pt x="4301854" y="739004"/>
                  </a:lnTo>
                  <a:lnTo>
                    <a:pt x="4266518" y="710933"/>
                  </a:lnTo>
                  <a:lnTo>
                    <a:pt x="4230798" y="683332"/>
                  </a:lnTo>
                  <a:lnTo>
                    <a:pt x="4194697" y="656203"/>
                  </a:lnTo>
                  <a:lnTo>
                    <a:pt x="4158221" y="629551"/>
                  </a:lnTo>
                  <a:lnTo>
                    <a:pt x="4121374" y="603383"/>
                  </a:lnTo>
                  <a:lnTo>
                    <a:pt x="4084161" y="577700"/>
                  </a:lnTo>
                  <a:lnTo>
                    <a:pt x="4046587" y="552510"/>
                  </a:lnTo>
                  <a:lnTo>
                    <a:pt x="4008655" y="527816"/>
                  </a:lnTo>
                  <a:lnTo>
                    <a:pt x="3970372" y="503623"/>
                  </a:lnTo>
                  <a:lnTo>
                    <a:pt x="3931740" y="479935"/>
                  </a:lnTo>
                  <a:lnTo>
                    <a:pt x="3892766" y="456757"/>
                  </a:lnTo>
                  <a:lnTo>
                    <a:pt x="3853453" y="434095"/>
                  </a:lnTo>
                  <a:lnTo>
                    <a:pt x="3813807" y="411951"/>
                  </a:lnTo>
                  <a:lnTo>
                    <a:pt x="3773832" y="390332"/>
                  </a:lnTo>
                  <a:lnTo>
                    <a:pt x="3733532" y="369242"/>
                  </a:lnTo>
                  <a:lnTo>
                    <a:pt x="3692913" y="348685"/>
                  </a:lnTo>
                  <a:lnTo>
                    <a:pt x="3651979" y="328666"/>
                  </a:lnTo>
                  <a:lnTo>
                    <a:pt x="3610734" y="309190"/>
                  </a:lnTo>
                  <a:lnTo>
                    <a:pt x="3569184" y="290262"/>
                  </a:lnTo>
                  <a:lnTo>
                    <a:pt x="3527332" y="271885"/>
                  </a:lnTo>
                  <a:lnTo>
                    <a:pt x="3485184" y="254065"/>
                  </a:lnTo>
                  <a:lnTo>
                    <a:pt x="3442744" y="236807"/>
                  </a:lnTo>
                  <a:lnTo>
                    <a:pt x="3400018" y="220114"/>
                  </a:lnTo>
                  <a:lnTo>
                    <a:pt x="3357008" y="203992"/>
                  </a:lnTo>
                  <a:lnTo>
                    <a:pt x="3313721" y="188446"/>
                  </a:lnTo>
                  <a:lnTo>
                    <a:pt x="3270161" y="173479"/>
                  </a:lnTo>
                  <a:lnTo>
                    <a:pt x="3226332" y="159097"/>
                  </a:lnTo>
                  <a:lnTo>
                    <a:pt x="3182239" y="145304"/>
                  </a:lnTo>
                  <a:lnTo>
                    <a:pt x="3137887" y="132105"/>
                  </a:lnTo>
                  <a:lnTo>
                    <a:pt x="3093281" y="119504"/>
                  </a:lnTo>
                  <a:lnTo>
                    <a:pt x="3048424" y="107507"/>
                  </a:lnTo>
                  <a:lnTo>
                    <a:pt x="3003323" y="96117"/>
                  </a:lnTo>
                  <a:lnTo>
                    <a:pt x="2957981" y="85340"/>
                  </a:lnTo>
                  <a:lnTo>
                    <a:pt x="2912402" y="75180"/>
                  </a:lnTo>
                  <a:lnTo>
                    <a:pt x="2866593" y="65642"/>
                  </a:lnTo>
                  <a:lnTo>
                    <a:pt x="2820557" y="56731"/>
                  </a:lnTo>
                  <a:lnTo>
                    <a:pt x="2774298" y="48450"/>
                  </a:lnTo>
                  <a:lnTo>
                    <a:pt x="2727823" y="40805"/>
                  </a:lnTo>
                  <a:lnTo>
                    <a:pt x="2681134" y="33801"/>
                  </a:lnTo>
                  <a:lnTo>
                    <a:pt x="2634238" y="27441"/>
                  </a:lnTo>
                  <a:lnTo>
                    <a:pt x="2587138" y="21731"/>
                  </a:lnTo>
                  <a:lnTo>
                    <a:pt x="2539840" y="16676"/>
                  </a:lnTo>
                  <a:lnTo>
                    <a:pt x="2492347" y="12280"/>
                  </a:lnTo>
                  <a:lnTo>
                    <a:pt x="2444665" y="8547"/>
                  </a:lnTo>
                  <a:lnTo>
                    <a:pt x="2396799" y="5482"/>
                  </a:lnTo>
                  <a:lnTo>
                    <a:pt x="2348752" y="3090"/>
                  </a:lnTo>
                  <a:lnTo>
                    <a:pt x="2300529" y="1376"/>
                  </a:lnTo>
                  <a:lnTo>
                    <a:pt x="2252136" y="344"/>
                  </a:lnTo>
                  <a:lnTo>
                    <a:pt x="2203577" y="0"/>
                  </a:lnTo>
                  <a:close/>
                </a:path>
              </a:pathLst>
            </a:custGeom>
            <a:solidFill>
              <a:srgbClr val="FFFFFF">
                <a:alpha val="76078"/>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50" name="Google Shape;50;p1"/>
            <p:cNvPicPr preferRelativeResize="0"/>
            <p:nvPr/>
          </p:nvPicPr>
          <p:blipFill rotWithShape="1">
            <a:blip r:embed="rId3">
              <a:alphaModFix/>
            </a:blip>
            <a:srcRect b="0" l="0" r="0" t="0"/>
            <a:stretch/>
          </p:blipFill>
          <p:spPr>
            <a:xfrm>
              <a:off x="0" y="647696"/>
              <a:ext cx="5385815" cy="6210300"/>
            </a:xfrm>
            <a:prstGeom prst="rect">
              <a:avLst/>
            </a:prstGeom>
            <a:noFill/>
            <a:ln>
              <a:noFill/>
            </a:ln>
          </p:spPr>
        </p:pic>
        <p:sp>
          <p:nvSpPr>
            <p:cNvPr id="51" name="Google Shape;51;p1"/>
            <p:cNvSpPr/>
            <p:nvPr/>
          </p:nvSpPr>
          <p:spPr>
            <a:xfrm>
              <a:off x="5099303" y="0"/>
              <a:ext cx="5108575" cy="2514600"/>
            </a:xfrm>
            <a:custGeom>
              <a:rect b="b" l="l" r="r" t="t"/>
              <a:pathLst>
                <a:path extrusionOk="0" h="2514600" w="5108575">
                  <a:moveTo>
                    <a:pt x="5087493" y="0"/>
                  </a:moveTo>
                  <a:lnTo>
                    <a:pt x="20955" y="0"/>
                  </a:lnTo>
                  <a:lnTo>
                    <a:pt x="13208" y="44703"/>
                  </a:lnTo>
                  <a:lnTo>
                    <a:pt x="8469" y="90025"/>
                  </a:lnTo>
                  <a:lnTo>
                    <a:pt x="4773" y="135609"/>
                  </a:lnTo>
                  <a:lnTo>
                    <a:pt x="2125" y="181443"/>
                  </a:lnTo>
                  <a:lnTo>
                    <a:pt x="532" y="227514"/>
                  </a:lnTo>
                  <a:lnTo>
                    <a:pt x="0" y="273811"/>
                  </a:lnTo>
                  <a:lnTo>
                    <a:pt x="508" y="318980"/>
                  </a:lnTo>
                  <a:lnTo>
                    <a:pt x="2028" y="363930"/>
                  </a:lnTo>
                  <a:lnTo>
                    <a:pt x="4548" y="408655"/>
                  </a:lnTo>
                  <a:lnTo>
                    <a:pt x="8061" y="453146"/>
                  </a:lnTo>
                  <a:lnTo>
                    <a:pt x="12556" y="497395"/>
                  </a:lnTo>
                  <a:lnTo>
                    <a:pt x="18023" y="541392"/>
                  </a:lnTo>
                  <a:lnTo>
                    <a:pt x="24454" y="585131"/>
                  </a:lnTo>
                  <a:lnTo>
                    <a:pt x="31838" y="628602"/>
                  </a:lnTo>
                  <a:lnTo>
                    <a:pt x="40166" y="671797"/>
                  </a:lnTo>
                  <a:lnTo>
                    <a:pt x="49429" y="714707"/>
                  </a:lnTo>
                  <a:lnTo>
                    <a:pt x="59617" y="757326"/>
                  </a:lnTo>
                  <a:lnTo>
                    <a:pt x="70721" y="799643"/>
                  </a:lnTo>
                  <a:lnTo>
                    <a:pt x="82730" y="841650"/>
                  </a:lnTo>
                  <a:lnTo>
                    <a:pt x="95636" y="883340"/>
                  </a:lnTo>
                  <a:lnTo>
                    <a:pt x="109429" y="924704"/>
                  </a:lnTo>
                  <a:lnTo>
                    <a:pt x="124099" y="965733"/>
                  </a:lnTo>
                  <a:lnTo>
                    <a:pt x="139636" y="1006419"/>
                  </a:lnTo>
                  <a:lnTo>
                    <a:pt x="156032" y="1046754"/>
                  </a:lnTo>
                  <a:lnTo>
                    <a:pt x="173277" y="1086729"/>
                  </a:lnTo>
                  <a:lnTo>
                    <a:pt x="191361" y="1126337"/>
                  </a:lnTo>
                  <a:lnTo>
                    <a:pt x="210275" y="1165568"/>
                  </a:lnTo>
                  <a:lnTo>
                    <a:pt x="230009" y="1204414"/>
                  </a:lnTo>
                  <a:lnTo>
                    <a:pt x="250553" y="1242867"/>
                  </a:lnTo>
                  <a:lnTo>
                    <a:pt x="271899" y="1280919"/>
                  </a:lnTo>
                  <a:lnTo>
                    <a:pt x="294036" y="1318561"/>
                  </a:lnTo>
                  <a:lnTo>
                    <a:pt x="316955" y="1355785"/>
                  </a:lnTo>
                  <a:lnTo>
                    <a:pt x="340646" y="1392582"/>
                  </a:lnTo>
                  <a:lnTo>
                    <a:pt x="365100" y="1428944"/>
                  </a:lnTo>
                  <a:lnTo>
                    <a:pt x="390308" y="1464863"/>
                  </a:lnTo>
                  <a:lnTo>
                    <a:pt x="416260" y="1500330"/>
                  </a:lnTo>
                  <a:lnTo>
                    <a:pt x="442946" y="1535337"/>
                  </a:lnTo>
                  <a:lnTo>
                    <a:pt x="470356" y="1569876"/>
                  </a:lnTo>
                  <a:lnTo>
                    <a:pt x="498482" y="1603938"/>
                  </a:lnTo>
                  <a:lnTo>
                    <a:pt x="527314" y="1637514"/>
                  </a:lnTo>
                  <a:lnTo>
                    <a:pt x="556841" y="1670597"/>
                  </a:lnTo>
                  <a:lnTo>
                    <a:pt x="587056" y="1703179"/>
                  </a:lnTo>
                  <a:lnTo>
                    <a:pt x="617947" y="1735250"/>
                  </a:lnTo>
                  <a:lnTo>
                    <a:pt x="649506" y="1766802"/>
                  </a:lnTo>
                  <a:lnTo>
                    <a:pt x="681723" y="1797827"/>
                  </a:lnTo>
                  <a:lnTo>
                    <a:pt x="714589" y="1828317"/>
                  </a:lnTo>
                  <a:lnTo>
                    <a:pt x="748093" y="1858263"/>
                  </a:lnTo>
                  <a:lnTo>
                    <a:pt x="782227" y="1887658"/>
                  </a:lnTo>
                  <a:lnTo>
                    <a:pt x="816981" y="1916491"/>
                  </a:lnTo>
                  <a:lnTo>
                    <a:pt x="852345" y="1944756"/>
                  </a:lnTo>
                  <a:lnTo>
                    <a:pt x="888309" y="1972443"/>
                  </a:lnTo>
                  <a:lnTo>
                    <a:pt x="924866" y="1999545"/>
                  </a:lnTo>
                  <a:lnTo>
                    <a:pt x="962003" y="2026053"/>
                  </a:lnTo>
                  <a:lnTo>
                    <a:pt x="999713" y="2051959"/>
                  </a:lnTo>
                  <a:lnTo>
                    <a:pt x="1037986" y="2077254"/>
                  </a:lnTo>
                  <a:lnTo>
                    <a:pt x="1076812" y="2101930"/>
                  </a:lnTo>
                  <a:lnTo>
                    <a:pt x="1116181" y="2125978"/>
                  </a:lnTo>
                  <a:lnTo>
                    <a:pt x="1156085" y="2149390"/>
                  </a:lnTo>
                  <a:lnTo>
                    <a:pt x="1196513" y="2172159"/>
                  </a:lnTo>
                  <a:lnTo>
                    <a:pt x="1237456" y="2194275"/>
                  </a:lnTo>
                  <a:lnTo>
                    <a:pt x="1278904" y="2215729"/>
                  </a:lnTo>
                  <a:lnTo>
                    <a:pt x="1320848" y="2236515"/>
                  </a:lnTo>
                  <a:lnTo>
                    <a:pt x="1363279" y="2256623"/>
                  </a:lnTo>
                  <a:lnTo>
                    <a:pt x="1406187" y="2276045"/>
                  </a:lnTo>
                  <a:lnTo>
                    <a:pt x="1449561" y="2294772"/>
                  </a:lnTo>
                  <a:lnTo>
                    <a:pt x="1493394" y="2312797"/>
                  </a:lnTo>
                  <a:lnTo>
                    <a:pt x="1537675" y="2330111"/>
                  </a:lnTo>
                  <a:lnTo>
                    <a:pt x="1582394" y="2346705"/>
                  </a:lnTo>
                  <a:lnTo>
                    <a:pt x="1627543" y="2362571"/>
                  </a:lnTo>
                  <a:lnTo>
                    <a:pt x="1673111" y="2377701"/>
                  </a:lnTo>
                  <a:lnTo>
                    <a:pt x="1719089" y="2392086"/>
                  </a:lnTo>
                  <a:lnTo>
                    <a:pt x="1765468" y="2405718"/>
                  </a:lnTo>
                  <a:lnTo>
                    <a:pt x="1812238" y="2418589"/>
                  </a:lnTo>
                  <a:lnTo>
                    <a:pt x="1859390" y="2430691"/>
                  </a:lnTo>
                  <a:lnTo>
                    <a:pt x="1906913" y="2442014"/>
                  </a:lnTo>
                  <a:lnTo>
                    <a:pt x="1954799" y="2452550"/>
                  </a:lnTo>
                  <a:lnTo>
                    <a:pt x="2003037" y="2462292"/>
                  </a:lnTo>
                  <a:lnTo>
                    <a:pt x="2051619" y="2471231"/>
                  </a:lnTo>
                  <a:lnTo>
                    <a:pt x="2100535" y="2479358"/>
                  </a:lnTo>
                  <a:lnTo>
                    <a:pt x="2149775" y="2486665"/>
                  </a:lnTo>
                  <a:lnTo>
                    <a:pt x="2199329" y="2493144"/>
                  </a:lnTo>
                  <a:lnTo>
                    <a:pt x="2249189" y="2498786"/>
                  </a:lnTo>
                  <a:lnTo>
                    <a:pt x="2299345" y="2503583"/>
                  </a:lnTo>
                  <a:lnTo>
                    <a:pt x="2349786" y="2507527"/>
                  </a:lnTo>
                  <a:lnTo>
                    <a:pt x="2400505" y="2510608"/>
                  </a:lnTo>
                  <a:lnTo>
                    <a:pt x="2451490" y="2512820"/>
                  </a:lnTo>
                  <a:lnTo>
                    <a:pt x="2502733" y="2514153"/>
                  </a:lnTo>
                  <a:lnTo>
                    <a:pt x="2554224" y="2514600"/>
                  </a:lnTo>
                  <a:lnTo>
                    <a:pt x="2605714" y="2514153"/>
                  </a:lnTo>
                  <a:lnTo>
                    <a:pt x="2656957" y="2512820"/>
                  </a:lnTo>
                  <a:lnTo>
                    <a:pt x="2707942" y="2510608"/>
                  </a:lnTo>
                  <a:lnTo>
                    <a:pt x="2758661" y="2507527"/>
                  </a:lnTo>
                  <a:lnTo>
                    <a:pt x="2809102" y="2503583"/>
                  </a:lnTo>
                  <a:lnTo>
                    <a:pt x="2859258" y="2498786"/>
                  </a:lnTo>
                  <a:lnTo>
                    <a:pt x="2909118" y="2493144"/>
                  </a:lnTo>
                  <a:lnTo>
                    <a:pt x="2958672" y="2486665"/>
                  </a:lnTo>
                  <a:lnTo>
                    <a:pt x="3007912" y="2479358"/>
                  </a:lnTo>
                  <a:lnTo>
                    <a:pt x="3056828" y="2471231"/>
                  </a:lnTo>
                  <a:lnTo>
                    <a:pt x="3105410" y="2462292"/>
                  </a:lnTo>
                  <a:lnTo>
                    <a:pt x="3153648" y="2452550"/>
                  </a:lnTo>
                  <a:lnTo>
                    <a:pt x="3201534" y="2442014"/>
                  </a:lnTo>
                  <a:lnTo>
                    <a:pt x="3249057" y="2430691"/>
                  </a:lnTo>
                  <a:lnTo>
                    <a:pt x="3296209" y="2418589"/>
                  </a:lnTo>
                  <a:lnTo>
                    <a:pt x="3342979" y="2405718"/>
                  </a:lnTo>
                  <a:lnTo>
                    <a:pt x="3389358" y="2392086"/>
                  </a:lnTo>
                  <a:lnTo>
                    <a:pt x="3435336" y="2377701"/>
                  </a:lnTo>
                  <a:lnTo>
                    <a:pt x="3480904" y="2362571"/>
                  </a:lnTo>
                  <a:lnTo>
                    <a:pt x="3526053" y="2346705"/>
                  </a:lnTo>
                  <a:lnTo>
                    <a:pt x="3570772" y="2330111"/>
                  </a:lnTo>
                  <a:lnTo>
                    <a:pt x="3615053" y="2312797"/>
                  </a:lnTo>
                  <a:lnTo>
                    <a:pt x="3658886" y="2294772"/>
                  </a:lnTo>
                  <a:lnTo>
                    <a:pt x="3702260" y="2276045"/>
                  </a:lnTo>
                  <a:lnTo>
                    <a:pt x="3745168" y="2256623"/>
                  </a:lnTo>
                  <a:lnTo>
                    <a:pt x="3787599" y="2236515"/>
                  </a:lnTo>
                  <a:lnTo>
                    <a:pt x="3829543" y="2215729"/>
                  </a:lnTo>
                  <a:lnTo>
                    <a:pt x="3870991" y="2194275"/>
                  </a:lnTo>
                  <a:lnTo>
                    <a:pt x="3911934" y="2172159"/>
                  </a:lnTo>
                  <a:lnTo>
                    <a:pt x="3952362" y="2149390"/>
                  </a:lnTo>
                  <a:lnTo>
                    <a:pt x="3992266" y="2125978"/>
                  </a:lnTo>
                  <a:lnTo>
                    <a:pt x="4031635" y="2101930"/>
                  </a:lnTo>
                  <a:lnTo>
                    <a:pt x="4070461" y="2077254"/>
                  </a:lnTo>
                  <a:lnTo>
                    <a:pt x="4108734" y="2051959"/>
                  </a:lnTo>
                  <a:lnTo>
                    <a:pt x="4146444" y="2026053"/>
                  </a:lnTo>
                  <a:lnTo>
                    <a:pt x="4183581" y="1999545"/>
                  </a:lnTo>
                  <a:lnTo>
                    <a:pt x="4220138" y="1972443"/>
                  </a:lnTo>
                  <a:lnTo>
                    <a:pt x="4256102" y="1944756"/>
                  </a:lnTo>
                  <a:lnTo>
                    <a:pt x="4291466" y="1916491"/>
                  </a:lnTo>
                  <a:lnTo>
                    <a:pt x="4326220" y="1887658"/>
                  </a:lnTo>
                  <a:lnTo>
                    <a:pt x="4360354" y="1858263"/>
                  </a:lnTo>
                  <a:lnTo>
                    <a:pt x="4393858" y="1828317"/>
                  </a:lnTo>
                  <a:lnTo>
                    <a:pt x="4426724" y="1797827"/>
                  </a:lnTo>
                  <a:lnTo>
                    <a:pt x="4458941" y="1766802"/>
                  </a:lnTo>
                  <a:lnTo>
                    <a:pt x="4490500" y="1735250"/>
                  </a:lnTo>
                  <a:lnTo>
                    <a:pt x="4521391" y="1703179"/>
                  </a:lnTo>
                  <a:lnTo>
                    <a:pt x="4551606" y="1670597"/>
                  </a:lnTo>
                  <a:lnTo>
                    <a:pt x="4581133" y="1637514"/>
                  </a:lnTo>
                  <a:lnTo>
                    <a:pt x="4609965" y="1603938"/>
                  </a:lnTo>
                  <a:lnTo>
                    <a:pt x="4638091" y="1569876"/>
                  </a:lnTo>
                  <a:lnTo>
                    <a:pt x="4665501" y="1535337"/>
                  </a:lnTo>
                  <a:lnTo>
                    <a:pt x="4692187" y="1500330"/>
                  </a:lnTo>
                  <a:lnTo>
                    <a:pt x="4718139" y="1464863"/>
                  </a:lnTo>
                  <a:lnTo>
                    <a:pt x="4743347" y="1428944"/>
                  </a:lnTo>
                  <a:lnTo>
                    <a:pt x="4767801" y="1392582"/>
                  </a:lnTo>
                  <a:lnTo>
                    <a:pt x="4791492" y="1355785"/>
                  </a:lnTo>
                  <a:lnTo>
                    <a:pt x="4814411" y="1318561"/>
                  </a:lnTo>
                  <a:lnTo>
                    <a:pt x="4836548" y="1280919"/>
                  </a:lnTo>
                  <a:lnTo>
                    <a:pt x="4857894" y="1242867"/>
                  </a:lnTo>
                  <a:lnTo>
                    <a:pt x="4878438" y="1204414"/>
                  </a:lnTo>
                  <a:lnTo>
                    <a:pt x="4898172" y="1165568"/>
                  </a:lnTo>
                  <a:lnTo>
                    <a:pt x="4917086" y="1126337"/>
                  </a:lnTo>
                  <a:lnTo>
                    <a:pt x="4935170" y="1086729"/>
                  </a:lnTo>
                  <a:lnTo>
                    <a:pt x="4952415" y="1046754"/>
                  </a:lnTo>
                  <a:lnTo>
                    <a:pt x="4968811" y="1006419"/>
                  </a:lnTo>
                  <a:lnTo>
                    <a:pt x="4984348" y="965733"/>
                  </a:lnTo>
                  <a:lnTo>
                    <a:pt x="4999018" y="924704"/>
                  </a:lnTo>
                  <a:lnTo>
                    <a:pt x="5012811" y="883340"/>
                  </a:lnTo>
                  <a:lnTo>
                    <a:pt x="5025717" y="841650"/>
                  </a:lnTo>
                  <a:lnTo>
                    <a:pt x="5037726" y="799643"/>
                  </a:lnTo>
                  <a:lnTo>
                    <a:pt x="5048830" y="757326"/>
                  </a:lnTo>
                  <a:lnTo>
                    <a:pt x="5059018" y="714707"/>
                  </a:lnTo>
                  <a:lnTo>
                    <a:pt x="5068281" y="671797"/>
                  </a:lnTo>
                  <a:lnTo>
                    <a:pt x="5076609" y="628602"/>
                  </a:lnTo>
                  <a:lnTo>
                    <a:pt x="5083993" y="585131"/>
                  </a:lnTo>
                  <a:lnTo>
                    <a:pt x="5090424" y="541392"/>
                  </a:lnTo>
                  <a:lnTo>
                    <a:pt x="5095891" y="497395"/>
                  </a:lnTo>
                  <a:lnTo>
                    <a:pt x="5100386" y="453146"/>
                  </a:lnTo>
                  <a:lnTo>
                    <a:pt x="5103899" y="408655"/>
                  </a:lnTo>
                  <a:lnTo>
                    <a:pt x="5106419" y="363930"/>
                  </a:lnTo>
                  <a:lnTo>
                    <a:pt x="5107939" y="318980"/>
                  </a:lnTo>
                  <a:lnTo>
                    <a:pt x="5108448" y="273811"/>
                  </a:lnTo>
                  <a:lnTo>
                    <a:pt x="5107915" y="227514"/>
                  </a:lnTo>
                  <a:lnTo>
                    <a:pt x="5106322" y="181443"/>
                  </a:lnTo>
                  <a:lnTo>
                    <a:pt x="5103674" y="135609"/>
                  </a:lnTo>
                  <a:lnTo>
                    <a:pt x="5099978" y="90025"/>
                  </a:lnTo>
                  <a:lnTo>
                    <a:pt x="5095240" y="44703"/>
                  </a:lnTo>
                  <a:lnTo>
                    <a:pt x="5087493" y="0"/>
                  </a:lnTo>
                  <a:close/>
                </a:path>
              </a:pathLst>
            </a:custGeom>
            <a:solidFill>
              <a:srgbClr val="FFFFFF">
                <a:alpha val="76078"/>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2" name="Google Shape;52;p1"/>
          <p:cNvSpPr txBox="1"/>
          <p:nvPr>
            <p:ph type="title"/>
          </p:nvPr>
        </p:nvSpPr>
        <p:spPr>
          <a:xfrm>
            <a:off x="5436276" y="244800"/>
            <a:ext cx="4849500" cy="366900"/>
          </a:xfrm>
          <a:prstGeom prst="rect">
            <a:avLst/>
          </a:prstGeom>
          <a:noFill/>
          <a:ln>
            <a:noFill/>
          </a:ln>
        </p:spPr>
        <p:txBody>
          <a:bodyPr anchorCtr="0" anchor="t" bIns="0" lIns="0" spcFirstLastPara="1" rIns="0" wrap="square" tIns="12700">
            <a:spAutoFit/>
          </a:bodyPr>
          <a:lstStyle/>
          <a:p>
            <a:pPr indent="0" lvl="0" marL="0" rtl="0" algn="ctr">
              <a:lnSpc>
                <a:spcPct val="115000"/>
              </a:lnSpc>
              <a:spcBef>
                <a:spcPts val="2400"/>
              </a:spcBef>
              <a:spcAft>
                <a:spcPts val="600"/>
              </a:spcAft>
              <a:buSzPts val="1100"/>
              <a:buNone/>
            </a:pPr>
            <a:r>
              <a:t/>
            </a:r>
            <a:endParaRPr b="1" sz="2300">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2"/>
          <p:cNvSpPr txBox="1"/>
          <p:nvPr/>
        </p:nvSpPr>
        <p:spPr>
          <a:xfrm>
            <a:off x="3015488" y="2856103"/>
            <a:ext cx="3049270" cy="757555"/>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Calibri"/>
                <a:ea typeface="Calibri"/>
                <a:cs typeface="Calibri"/>
                <a:sym typeface="Calibri"/>
              </a:rPr>
              <a:t>Ne pas hésiter à poser des questions sur son  handicap à la personne concernée pour apporter  l’aide la plus efficace, et donner l’information la  plus adaptée.</a:t>
            </a:r>
            <a:endParaRPr b="0" i="0" sz="1200" u="none" cap="none" strike="noStrike">
              <a:solidFill>
                <a:srgbClr val="000000"/>
              </a:solidFill>
              <a:latin typeface="Calibri"/>
              <a:ea typeface="Calibri"/>
              <a:cs typeface="Calibri"/>
              <a:sym typeface="Calibri"/>
            </a:endParaRPr>
          </a:p>
        </p:txBody>
      </p:sp>
      <p:grpSp>
        <p:nvGrpSpPr>
          <p:cNvPr id="58" name="Google Shape;58;p2"/>
          <p:cNvGrpSpPr/>
          <p:nvPr/>
        </p:nvGrpSpPr>
        <p:grpSpPr>
          <a:xfrm>
            <a:off x="6586728" y="2599944"/>
            <a:ext cx="1286510" cy="1286510"/>
            <a:chOff x="6586728" y="2599944"/>
            <a:chExt cx="1286510" cy="1286510"/>
          </a:xfrm>
        </p:grpSpPr>
        <p:sp>
          <p:nvSpPr>
            <p:cNvPr id="59" name="Google Shape;59;p2"/>
            <p:cNvSpPr/>
            <p:nvPr/>
          </p:nvSpPr>
          <p:spPr>
            <a:xfrm>
              <a:off x="6586728" y="2599944"/>
              <a:ext cx="1286510" cy="1286510"/>
            </a:xfrm>
            <a:custGeom>
              <a:rect b="b" l="l" r="r" t="t"/>
              <a:pathLst>
                <a:path extrusionOk="0" h="1286510" w="1286509">
                  <a:moveTo>
                    <a:pt x="643127" y="0"/>
                  </a:moveTo>
                  <a:lnTo>
                    <a:pt x="595126" y="1763"/>
                  </a:lnTo>
                  <a:lnTo>
                    <a:pt x="548084" y="6972"/>
                  </a:lnTo>
                  <a:lnTo>
                    <a:pt x="502125" y="15501"/>
                  </a:lnTo>
                  <a:lnTo>
                    <a:pt x="457373" y="27227"/>
                  </a:lnTo>
                  <a:lnTo>
                    <a:pt x="413953" y="42024"/>
                  </a:lnTo>
                  <a:lnTo>
                    <a:pt x="371988" y="59769"/>
                  </a:lnTo>
                  <a:lnTo>
                    <a:pt x="331604" y="80337"/>
                  </a:lnTo>
                  <a:lnTo>
                    <a:pt x="292925" y="103604"/>
                  </a:lnTo>
                  <a:lnTo>
                    <a:pt x="256074" y="129446"/>
                  </a:lnTo>
                  <a:lnTo>
                    <a:pt x="221176" y="157738"/>
                  </a:lnTo>
                  <a:lnTo>
                    <a:pt x="188356" y="188356"/>
                  </a:lnTo>
                  <a:lnTo>
                    <a:pt x="157738" y="221176"/>
                  </a:lnTo>
                  <a:lnTo>
                    <a:pt x="129446" y="256074"/>
                  </a:lnTo>
                  <a:lnTo>
                    <a:pt x="103604" y="292925"/>
                  </a:lnTo>
                  <a:lnTo>
                    <a:pt x="80337" y="331604"/>
                  </a:lnTo>
                  <a:lnTo>
                    <a:pt x="59769" y="371988"/>
                  </a:lnTo>
                  <a:lnTo>
                    <a:pt x="42024" y="413953"/>
                  </a:lnTo>
                  <a:lnTo>
                    <a:pt x="27227" y="457373"/>
                  </a:lnTo>
                  <a:lnTo>
                    <a:pt x="15501" y="502125"/>
                  </a:lnTo>
                  <a:lnTo>
                    <a:pt x="6972" y="548084"/>
                  </a:lnTo>
                  <a:lnTo>
                    <a:pt x="1763" y="595126"/>
                  </a:lnTo>
                  <a:lnTo>
                    <a:pt x="0" y="643127"/>
                  </a:lnTo>
                  <a:lnTo>
                    <a:pt x="1763" y="691129"/>
                  </a:lnTo>
                  <a:lnTo>
                    <a:pt x="6972" y="738171"/>
                  </a:lnTo>
                  <a:lnTo>
                    <a:pt x="15501" y="784130"/>
                  </a:lnTo>
                  <a:lnTo>
                    <a:pt x="27227" y="828882"/>
                  </a:lnTo>
                  <a:lnTo>
                    <a:pt x="42024" y="872302"/>
                  </a:lnTo>
                  <a:lnTo>
                    <a:pt x="59769" y="914267"/>
                  </a:lnTo>
                  <a:lnTo>
                    <a:pt x="80337" y="954651"/>
                  </a:lnTo>
                  <a:lnTo>
                    <a:pt x="103604" y="993330"/>
                  </a:lnTo>
                  <a:lnTo>
                    <a:pt x="129446" y="1030181"/>
                  </a:lnTo>
                  <a:lnTo>
                    <a:pt x="157738" y="1065079"/>
                  </a:lnTo>
                  <a:lnTo>
                    <a:pt x="188356" y="1097899"/>
                  </a:lnTo>
                  <a:lnTo>
                    <a:pt x="221176" y="1128517"/>
                  </a:lnTo>
                  <a:lnTo>
                    <a:pt x="256074" y="1156809"/>
                  </a:lnTo>
                  <a:lnTo>
                    <a:pt x="292925" y="1182651"/>
                  </a:lnTo>
                  <a:lnTo>
                    <a:pt x="331604" y="1205918"/>
                  </a:lnTo>
                  <a:lnTo>
                    <a:pt x="371988" y="1226486"/>
                  </a:lnTo>
                  <a:lnTo>
                    <a:pt x="413953" y="1244231"/>
                  </a:lnTo>
                  <a:lnTo>
                    <a:pt x="457373" y="1259028"/>
                  </a:lnTo>
                  <a:lnTo>
                    <a:pt x="502125" y="1270754"/>
                  </a:lnTo>
                  <a:lnTo>
                    <a:pt x="548084" y="1279283"/>
                  </a:lnTo>
                  <a:lnTo>
                    <a:pt x="595126" y="1284492"/>
                  </a:lnTo>
                  <a:lnTo>
                    <a:pt x="643127" y="1286255"/>
                  </a:lnTo>
                  <a:lnTo>
                    <a:pt x="691129" y="1284492"/>
                  </a:lnTo>
                  <a:lnTo>
                    <a:pt x="738171" y="1279283"/>
                  </a:lnTo>
                  <a:lnTo>
                    <a:pt x="784130" y="1270754"/>
                  </a:lnTo>
                  <a:lnTo>
                    <a:pt x="828882" y="1259028"/>
                  </a:lnTo>
                  <a:lnTo>
                    <a:pt x="872302" y="1244231"/>
                  </a:lnTo>
                  <a:lnTo>
                    <a:pt x="914267" y="1226486"/>
                  </a:lnTo>
                  <a:lnTo>
                    <a:pt x="954651" y="1205918"/>
                  </a:lnTo>
                  <a:lnTo>
                    <a:pt x="993330" y="1182651"/>
                  </a:lnTo>
                  <a:lnTo>
                    <a:pt x="1030181" y="1156809"/>
                  </a:lnTo>
                  <a:lnTo>
                    <a:pt x="1065079" y="1128517"/>
                  </a:lnTo>
                  <a:lnTo>
                    <a:pt x="1097899" y="1097899"/>
                  </a:lnTo>
                  <a:lnTo>
                    <a:pt x="1128517" y="1065079"/>
                  </a:lnTo>
                  <a:lnTo>
                    <a:pt x="1156809" y="1030181"/>
                  </a:lnTo>
                  <a:lnTo>
                    <a:pt x="1182651" y="993330"/>
                  </a:lnTo>
                  <a:lnTo>
                    <a:pt x="1205918" y="954651"/>
                  </a:lnTo>
                  <a:lnTo>
                    <a:pt x="1226486" y="914267"/>
                  </a:lnTo>
                  <a:lnTo>
                    <a:pt x="1244231" y="872302"/>
                  </a:lnTo>
                  <a:lnTo>
                    <a:pt x="1259028" y="828882"/>
                  </a:lnTo>
                  <a:lnTo>
                    <a:pt x="1270754" y="784130"/>
                  </a:lnTo>
                  <a:lnTo>
                    <a:pt x="1279283" y="738171"/>
                  </a:lnTo>
                  <a:lnTo>
                    <a:pt x="1284492" y="691129"/>
                  </a:lnTo>
                  <a:lnTo>
                    <a:pt x="1286255" y="643127"/>
                  </a:lnTo>
                  <a:lnTo>
                    <a:pt x="1284492" y="595126"/>
                  </a:lnTo>
                  <a:lnTo>
                    <a:pt x="1279283" y="548084"/>
                  </a:lnTo>
                  <a:lnTo>
                    <a:pt x="1270754" y="502125"/>
                  </a:lnTo>
                  <a:lnTo>
                    <a:pt x="1259028" y="457373"/>
                  </a:lnTo>
                  <a:lnTo>
                    <a:pt x="1244231" y="413953"/>
                  </a:lnTo>
                  <a:lnTo>
                    <a:pt x="1226486" y="371988"/>
                  </a:lnTo>
                  <a:lnTo>
                    <a:pt x="1205918" y="331604"/>
                  </a:lnTo>
                  <a:lnTo>
                    <a:pt x="1182651" y="292925"/>
                  </a:lnTo>
                  <a:lnTo>
                    <a:pt x="1156809" y="256074"/>
                  </a:lnTo>
                  <a:lnTo>
                    <a:pt x="1128517" y="221176"/>
                  </a:lnTo>
                  <a:lnTo>
                    <a:pt x="1097899" y="188356"/>
                  </a:lnTo>
                  <a:lnTo>
                    <a:pt x="1065079" y="157738"/>
                  </a:lnTo>
                  <a:lnTo>
                    <a:pt x="1030181" y="129446"/>
                  </a:lnTo>
                  <a:lnTo>
                    <a:pt x="993330" y="103604"/>
                  </a:lnTo>
                  <a:lnTo>
                    <a:pt x="954651" y="80337"/>
                  </a:lnTo>
                  <a:lnTo>
                    <a:pt x="914267" y="59769"/>
                  </a:lnTo>
                  <a:lnTo>
                    <a:pt x="872302" y="42024"/>
                  </a:lnTo>
                  <a:lnTo>
                    <a:pt x="828882" y="27227"/>
                  </a:lnTo>
                  <a:lnTo>
                    <a:pt x="784130" y="15501"/>
                  </a:lnTo>
                  <a:lnTo>
                    <a:pt x="738171" y="6972"/>
                  </a:lnTo>
                  <a:lnTo>
                    <a:pt x="691129" y="1763"/>
                  </a:lnTo>
                  <a:lnTo>
                    <a:pt x="643127" y="0"/>
                  </a:lnTo>
                  <a:close/>
                </a:path>
              </a:pathLst>
            </a:custGeom>
            <a:solidFill>
              <a:srgbClr val="A4A4A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60" name="Google Shape;60;p2"/>
            <p:cNvPicPr preferRelativeResize="0"/>
            <p:nvPr/>
          </p:nvPicPr>
          <p:blipFill rotWithShape="1">
            <a:blip r:embed="rId3">
              <a:alphaModFix/>
            </a:blip>
            <a:srcRect b="0" l="0" r="0" t="0"/>
            <a:stretch/>
          </p:blipFill>
          <p:spPr>
            <a:xfrm>
              <a:off x="6858000" y="2868168"/>
              <a:ext cx="746759" cy="746760"/>
            </a:xfrm>
            <a:prstGeom prst="rect">
              <a:avLst/>
            </a:prstGeom>
            <a:noFill/>
            <a:ln>
              <a:noFill/>
            </a:ln>
          </p:spPr>
        </p:pic>
      </p:grpSp>
      <p:sp>
        <p:nvSpPr>
          <p:cNvPr id="61" name="Google Shape;61;p2"/>
          <p:cNvSpPr txBox="1"/>
          <p:nvPr/>
        </p:nvSpPr>
        <p:spPr>
          <a:xfrm>
            <a:off x="8138921" y="2947542"/>
            <a:ext cx="2947035" cy="574675"/>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Calibri"/>
                <a:ea typeface="Calibri"/>
                <a:cs typeface="Calibri"/>
                <a:sym typeface="Calibri"/>
              </a:rPr>
              <a:t>Ne pas hésiter à demander à la personne si elle  a besoin d’aide et ne pas se sentir offusqué si  elle décline cette aide.</a:t>
            </a:r>
            <a:endParaRPr b="0" i="0" sz="1200" u="none" cap="none" strike="noStrike">
              <a:solidFill>
                <a:srgbClr val="000000"/>
              </a:solidFill>
              <a:latin typeface="Calibri"/>
              <a:ea typeface="Calibri"/>
              <a:cs typeface="Calibri"/>
              <a:sym typeface="Calibri"/>
            </a:endParaRPr>
          </a:p>
        </p:txBody>
      </p:sp>
      <p:grpSp>
        <p:nvGrpSpPr>
          <p:cNvPr id="62" name="Google Shape;62;p2"/>
          <p:cNvGrpSpPr/>
          <p:nvPr/>
        </p:nvGrpSpPr>
        <p:grpSpPr>
          <a:xfrm>
            <a:off x="1466088" y="4489703"/>
            <a:ext cx="1286510" cy="1286510"/>
            <a:chOff x="1466088" y="4489703"/>
            <a:chExt cx="1286510" cy="1286510"/>
          </a:xfrm>
        </p:grpSpPr>
        <p:sp>
          <p:nvSpPr>
            <p:cNvPr id="63" name="Google Shape;63;p2"/>
            <p:cNvSpPr/>
            <p:nvPr/>
          </p:nvSpPr>
          <p:spPr>
            <a:xfrm>
              <a:off x="1466088" y="4489703"/>
              <a:ext cx="1286510" cy="1286510"/>
            </a:xfrm>
            <a:custGeom>
              <a:rect b="b" l="l" r="r" t="t"/>
              <a:pathLst>
                <a:path extrusionOk="0" h="1286510" w="1286510">
                  <a:moveTo>
                    <a:pt x="643128" y="0"/>
                  </a:moveTo>
                  <a:lnTo>
                    <a:pt x="595126" y="1763"/>
                  </a:lnTo>
                  <a:lnTo>
                    <a:pt x="548084" y="6972"/>
                  </a:lnTo>
                  <a:lnTo>
                    <a:pt x="502125" y="15501"/>
                  </a:lnTo>
                  <a:lnTo>
                    <a:pt x="457373" y="27227"/>
                  </a:lnTo>
                  <a:lnTo>
                    <a:pt x="413953" y="42024"/>
                  </a:lnTo>
                  <a:lnTo>
                    <a:pt x="371988" y="59769"/>
                  </a:lnTo>
                  <a:lnTo>
                    <a:pt x="331604" y="80337"/>
                  </a:lnTo>
                  <a:lnTo>
                    <a:pt x="292925" y="103604"/>
                  </a:lnTo>
                  <a:lnTo>
                    <a:pt x="256074" y="129446"/>
                  </a:lnTo>
                  <a:lnTo>
                    <a:pt x="221176" y="157738"/>
                  </a:lnTo>
                  <a:lnTo>
                    <a:pt x="188356" y="188356"/>
                  </a:lnTo>
                  <a:lnTo>
                    <a:pt x="157738" y="221176"/>
                  </a:lnTo>
                  <a:lnTo>
                    <a:pt x="129446" y="256074"/>
                  </a:lnTo>
                  <a:lnTo>
                    <a:pt x="103604" y="292925"/>
                  </a:lnTo>
                  <a:lnTo>
                    <a:pt x="80337" y="331604"/>
                  </a:lnTo>
                  <a:lnTo>
                    <a:pt x="59769" y="371988"/>
                  </a:lnTo>
                  <a:lnTo>
                    <a:pt x="42024" y="413953"/>
                  </a:lnTo>
                  <a:lnTo>
                    <a:pt x="27227" y="457373"/>
                  </a:lnTo>
                  <a:lnTo>
                    <a:pt x="15501" y="502125"/>
                  </a:lnTo>
                  <a:lnTo>
                    <a:pt x="6972" y="548084"/>
                  </a:lnTo>
                  <a:lnTo>
                    <a:pt x="1763" y="595126"/>
                  </a:lnTo>
                  <a:lnTo>
                    <a:pt x="0" y="643128"/>
                  </a:lnTo>
                  <a:lnTo>
                    <a:pt x="1763" y="691129"/>
                  </a:lnTo>
                  <a:lnTo>
                    <a:pt x="6972" y="738171"/>
                  </a:lnTo>
                  <a:lnTo>
                    <a:pt x="15501" y="784130"/>
                  </a:lnTo>
                  <a:lnTo>
                    <a:pt x="27227" y="828882"/>
                  </a:lnTo>
                  <a:lnTo>
                    <a:pt x="42024" y="872302"/>
                  </a:lnTo>
                  <a:lnTo>
                    <a:pt x="59769" y="914267"/>
                  </a:lnTo>
                  <a:lnTo>
                    <a:pt x="80337" y="954651"/>
                  </a:lnTo>
                  <a:lnTo>
                    <a:pt x="103604" y="993330"/>
                  </a:lnTo>
                  <a:lnTo>
                    <a:pt x="129446" y="1030181"/>
                  </a:lnTo>
                  <a:lnTo>
                    <a:pt x="157738" y="1065079"/>
                  </a:lnTo>
                  <a:lnTo>
                    <a:pt x="188356" y="1097899"/>
                  </a:lnTo>
                  <a:lnTo>
                    <a:pt x="221176" y="1128517"/>
                  </a:lnTo>
                  <a:lnTo>
                    <a:pt x="256074" y="1156809"/>
                  </a:lnTo>
                  <a:lnTo>
                    <a:pt x="292925" y="1182651"/>
                  </a:lnTo>
                  <a:lnTo>
                    <a:pt x="331604" y="1205918"/>
                  </a:lnTo>
                  <a:lnTo>
                    <a:pt x="371988" y="1226486"/>
                  </a:lnTo>
                  <a:lnTo>
                    <a:pt x="413953" y="1244231"/>
                  </a:lnTo>
                  <a:lnTo>
                    <a:pt x="457373" y="1259028"/>
                  </a:lnTo>
                  <a:lnTo>
                    <a:pt x="502125" y="1270754"/>
                  </a:lnTo>
                  <a:lnTo>
                    <a:pt x="548084" y="1279283"/>
                  </a:lnTo>
                  <a:lnTo>
                    <a:pt x="595126" y="1284492"/>
                  </a:lnTo>
                  <a:lnTo>
                    <a:pt x="643128" y="1286256"/>
                  </a:lnTo>
                  <a:lnTo>
                    <a:pt x="691129" y="1284492"/>
                  </a:lnTo>
                  <a:lnTo>
                    <a:pt x="738171" y="1279283"/>
                  </a:lnTo>
                  <a:lnTo>
                    <a:pt x="784130" y="1270754"/>
                  </a:lnTo>
                  <a:lnTo>
                    <a:pt x="828882" y="1259028"/>
                  </a:lnTo>
                  <a:lnTo>
                    <a:pt x="872302" y="1244231"/>
                  </a:lnTo>
                  <a:lnTo>
                    <a:pt x="914267" y="1226486"/>
                  </a:lnTo>
                  <a:lnTo>
                    <a:pt x="954651" y="1205918"/>
                  </a:lnTo>
                  <a:lnTo>
                    <a:pt x="993330" y="1182651"/>
                  </a:lnTo>
                  <a:lnTo>
                    <a:pt x="1030181" y="1156809"/>
                  </a:lnTo>
                  <a:lnTo>
                    <a:pt x="1065079" y="1128517"/>
                  </a:lnTo>
                  <a:lnTo>
                    <a:pt x="1097899" y="1097899"/>
                  </a:lnTo>
                  <a:lnTo>
                    <a:pt x="1128517" y="1065079"/>
                  </a:lnTo>
                  <a:lnTo>
                    <a:pt x="1156809" y="1030181"/>
                  </a:lnTo>
                  <a:lnTo>
                    <a:pt x="1182651" y="993330"/>
                  </a:lnTo>
                  <a:lnTo>
                    <a:pt x="1205918" y="954651"/>
                  </a:lnTo>
                  <a:lnTo>
                    <a:pt x="1226486" y="914267"/>
                  </a:lnTo>
                  <a:lnTo>
                    <a:pt x="1244231" y="872302"/>
                  </a:lnTo>
                  <a:lnTo>
                    <a:pt x="1259028" y="828882"/>
                  </a:lnTo>
                  <a:lnTo>
                    <a:pt x="1270754" y="784130"/>
                  </a:lnTo>
                  <a:lnTo>
                    <a:pt x="1279283" y="738171"/>
                  </a:lnTo>
                  <a:lnTo>
                    <a:pt x="1284492" y="691129"/>
                  </a:lnTo>
                  <a:lnTo>
                    <a:pt x="1286256" y="643128"/>
                  </a:lnTo>
                  <a:lnTo>
                    <a:pt x="1284492" y="595126"/>
                  </a:lnTo>
                  <a:lnTo>
                    <a:pt x="1279283" y="548084"/>
                  </a:lnTo>
                  <a:lnTo>
                    <a:pt x="1270754" y="502125"/>
                  </a:lnTo>
                  <a:lnTo>
                    <a:pt x="1259028" y="457373"/>
                  </a:lnTo>
                  <a:lnTo>
                    <a:pt x="1244231" y="413953"/>
                  </a:lnTo>
                  <a:lnTo>
                    <a:pt x="1226486" y="371988"/>
                  </a:lnTo>
                  <a:lnTo>
                    <a:pt x="1205918" y="331604"/>
                  </a:lnTo>
                  <a:lnTo>
                    <a:pt x="1182651" y="292925"/>
                  </a:lnTo>
                  <a:lnTo>
                    <a:pt x="1156809" y="256074"/>
                  </a:lnTo>
                  <a:lnTo>
                    <a:pt x="1128517" y="221176"/>
                  </a:lnTo>
                  <a:lnTo>
                    <a:pt x="1097899" y="188356"/>
                  </a:lnTo>
                  <a:lnTo>
                    <a:pt x="1065079" y="157738"/>
                  </a:lnTo>
                  <a:lnTo>
                    <a:pt x="1030181" y="129446"/>
                  </a:lnTo>
                  <a:lnTo>
                    <a:pt x="993330" y="103604"/>
                  </a:lnTo>
                  <a:lnTo>
                    <a:pt x="954651" y="80337"/>
                  </a:lnTo>
                  <a:lnTo>
                    <a:pt x="914267" y="59769"/>
                  </a:lnTo>
                  <a:lnTo>
                    <a:pt x="872302" y="42024"/>
                  </a:lnTo>
                  <a:lnTo>
                    <a:pt x="828882" y="27227"/>
                  </a:lnTo>
                  <a:lnTo>
                    <a:pt x="784130" y="15501"/>
                  </a:lnTo>
                  <a:lnTo>
                    <a:pt x="738171" y="6972"/>
                  </a:lnTo>
                  <a:lnTo>
                    <a:pt x="691129" y="1763"/>
                  </a:lnTo>
                  <a:lnTo>
                    <a:pt x="643128" y="0"/>
                  </a:lnTo>
                  <a:close/>
                </a:path>
              </a:pathLst>
            </a:custGeom>
            <a:solidFill>
              <a:srgbClr val="FFC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64" name="Google Shape;64;p2"/>
            <p:cNvPicPr preferRelativeResize="0"/>
            <p:nvPr/>
          </p:nvPicPr>
          <p:blipFill rotWithShape="1">
            <a:blip r:embed="rId4">
              <a:alphaModFix/>
            </a:blip>
            <a:srcRect b="0" l="0" r="0" t="0"/>
            <a:stretch/>
          </p:blipFill>
          <p:spPr>
            <a:xfrm>
              <a:off x="1734312" y="4757927"/>
              <a:ext cx="746760" cy="746760"/>
            </a:xfrm>
            <a:prstGeom prst="rect">
              <a:avLst/>
            </a:prstGeom>
            <a:noFill/>
            <a:ln>
              <a:noFill/>
            </a:ln>
          </p:spPr>
        </p:pic>
      </p:grpSp>
      <p:sp>
        <p:nvSpPr>
          <p:cNvPr id="65" name="Google Shape;65;p2"/>
          <p:cNvSpPr txBox="1"/>
          <p:nvPr/>
        </p:nvSpPr>
        <p:spPr>
          <a:xfrm>
            <a:off x="3015488" y="4472432"/>
            <a:ext cx="2995930" cy="1306195"/>
          </a:xfrm>
          <a:prstGeom prst="rect">
            <a:avLst/>
          </a:prstGeom>
          <a:noFill/>
          <a:ln>
            <a:noFill/>
          </a:ln>
        </p:spPr>
        <p:txBody>
          <a:bodyPr anchorCtr="0" anchor="t" bIns="0" lIns="0" spcFirstLastPara="1" rIns="0" wrap="square" tIns="12700">
            <a:spAutoFit/>
          </a:bodyPr>
          <a:lstStyle/>
          <a:p>
            <a:pPr indent="0" lvl="0" marL="12700" marR="5080" rtl="0" algn="just">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Calibri"/>
                <a:ea typeface="Calibri"/>
                <a:cs typeface="Calibri"/>
                <a:sym typeface="Calibri"/>
              </a:rPr>
              <a:t>Si la personne handicapée est accompagnée, ne  pas s’adresser uniquement à l’accompagnateur  en parlant de la personne handicapée à la 3ème  personne du singulier alors qu’elle est là.</a:t>
            </a:r>
            <a:endParaRPr b="0" i="0" sz="1200" u="none" cap="none" strike="noStrike">
              <a:solidFill>
                <a:srgbClr val="000000"/>
              </a:solidFill>
              <a:latin typeface="Calibri"/>
              <a:ea typeface="Calibri"/>
              <a:cs typeface="Calibri"/>
              <a:sym typeface="Calibri"/>
            </a:endParaRPr>
          </a:p>
          <a:p>
            <a:pPr indent="0" lvl="0" marL="12700" marR="0" rtl="0" algn="just">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Calibri"/>
                <a:ea typeface="Calibri"/>
                <a:cs typeface="Calibri"/>
                <a:sym typeface="Calibri"/>
              </a:rPr>
              <a:t>L’accompagnateur pourra aider à la</a:t>
            </a:r>
            <a:endParaRPr b="0" i="0" sz="1200" u="none" cap="none" strike="noStrike">
              <a:solidFill>
                <a:srgbClr val="000000"/>
              </a:solidFill>
              <a:latin typeface="Calibri"/>
              <a:ea typeface="Calibri"/>
              <a:cs typeface="Calibri"/>
              <a:sym typeface="Calibri"/>
            </a:endParaRPr>
          </a:p>
          <a:p>
            <a:pPr indent="0" lvl="0" marL="12700" marR="163195" rtl="0" algn="just">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Calibri"/>
                <a:ea typeface="Calibri"/>
                <a:cs typeface="Calibri"/>
                <a:sym typeface="Calibri"/>
              </a:rPr>
              <a:t>conversation si l’interlocuteur s’exprime avec  difficulté.</a:t>
            </a:r>
            <a:endParaRPr b="0" i="0" sz="1200" u="none" cap="none" strike="noStrike">
              <a:solidFill>
                <a:srgbClr val="000000"/>
              </a:solidFill>
              <a:latin typeface="Calibri"/>
              <a:ea typeface="Calibri"/>
              <a:cs typeface="Calibri"/>
              <a:sym typeface="Calibri"/>
            </a:endParaRPr>
          </a:p>
        </p:txBody>
      </p:sp>
      <p:grpSp>
        <p:nvGrpSpPr>
          <p:cNvPr id="66" name="Google Shape;66;p2"/>
          <p:cNvGrpSpPr/>
          <p:nvPr/>
        </p:nvGrpSpPr>
        <p:grpSpPr>
          <a:xfrm>
            <a:off x="6586728" y="4489703"/>
            <a:ext cx="1286510" cy="1286510"/>
            <a:chOff x="6586728" y="4489703"/>
            <a:chExt cx="1286510" cy="1286510"/>
          </a:xfrm>
        </p:grpSpPr>
        <p:sp>
          <p:nvSpPr>
            <p:cNvPr id="67" name="Google Shape;67;p2"/>
            <p:cNvSpPr/>
            <p:nvPr/>
          </p:nvSpPr>
          <p:spPr>
            <a:xfrm>
              <a:off x="6586728" y="4489703"/>
              <a:ext cx="1286510" cy="1286510"/>
            </a:xfrm>
            <a:custGeom>
              <a:rect b="b" l="l" r="r" t="t"/>
              <a:pathLst>
                <a:path extrusionOk="0" h="1286510" w="1286509">
                  <a:moveTo>
                    <a:pt x="643127" y="0"/>
                  </a:moveTo>
                  <a:lnTo>
                    <a:pt x="595126" y="1763"/>
                  </a:lnTo>
                  <a:lnTo>
                    <a:pt x="548084" y="6972"/>
                  </a:lnTo>
                  <a:lnTo>
                    <a:pt x="502125" y="15501"/>
                  </a:lnTo>
                  <a:lnTo>
                    <a:pt x="457373" y="27227"/>
                  </a:lnTo>
                  <a:lnTo>
                    <a:pt x="413953" y="42024"/>
                  </a:lnTo>
                  <a:lnTo>
                    <a:pt x="371988" y="59769"/>
                  </a:lnTo>
                  <a:lnTo>
                    <a:pt x="331604" y="80337"/>
                  </a:lnTo>
                  <a:lnTo>
                    <a:pt x="292925" y="103604"/>
                  </a:lnTo>
                  <a:lnTo>
                    <a:pt x="256074" y="129446"/>
                  </a:lnTo>
                  <a:lnTo>
                    <a:pt x="221176" y="157738"/>
                  </a:lnTo>
                  <a:lnTo>
                    <a:pt x="188356" y="188356"/>
                  </a:lnTo>
                  <a:lnTo>
                    <a:pt x="157738" y="221176"/>
                  </a:lnTo>
                  <a:lnTo>
                    <a:pt x="129446" y="256074"/>
                  </a:lnTo>
                  <a:lnTo>
                    <a:pt x="103604" y="292925"/>
                  </a:lnTo>
                  <a:lnTo>
                    <a:pt x="80337" y="331604"/>
                  </a:lnTo>
                  <a:lnTo>
                    <a:pt x="59769" y="371988"/>
                  </a:lnTo>
                  <a:lnTo>
                    <a:pt x="42024" y="413953"/>
                  </a:lnTo>
                  <a:lnTo>
                    <a:pt x="27227" y="457373"/>
                  </a:lnTo>
                  <a:lnTo>
                    <a:pt x="15501" y="502125"/>
                  </a:lnTo>
                  <a:lnTo>
                    <a:pt x="6972" y="548084"/>
                  </a:lnTo>
                  <a:lnTo>
                    <a:pt x="1763" y="595126"/>
                  </a:lnTo>
                  <a:lnTo>
                    <a:pt x="0" y="643128"/>
                  </a:lnTo>
                  <a:lnTo>
                    <a:pt x="1763" y="691129"/>
                  </a:lnTo>
                  <a:lnTo>
                    <a:pt x="6972" y="738171"/>
                  </a:lnTo>
                  <a:lnTo>
                    <a:pt x="15501" y="784130"/>
                  </a:lnTo>
                  <a:lnTo>
                    <a:pt x="27227" y="828882"/>
                  </a:lnTo>
                  <a:lnTo>
                    <a:pt x="42024" y="872302"/>
                  </a:lnTo>
                  <a:lnTo>
                    <a:pt x="59769" y="914267"/>
                  </a:lnTo>
                  <a:lnTo>
                    <a:pt x="80337" y="954651"/>
                  </a:lnTo>
                  <a:lnTo>
                    <a:pt x="103604" y="993330"/>
                  </a:lnTo>
                  <a:lnTo>
                    <a:pt x="129446" y="1030181"/>
                  </a:lnTo>
                  <a:lnTo>
                    <a:pt x="157738" y="1065079"/>
                  </a:lnTo>
                  <a:lnTo>
                    <a:pt x="188356" y="1097899"/>
                  </a:lnTo>
                  <a:lnTo>
                    <a:pt x="221176" y="1128517"/>
                  </a:lnTo>
                  <a:lnTo>
                    <a:pt x="256074" y="1156809"/>
                  </a:lnTo>
                  <a:lnTo>
                    <a:pt x="292925" y="1182651"/>
                  </a:lnTo>
                  <a:lnTo>
                    <a:pt x="331604" y="1205918"/>
                  </a:lnTo>
                  <a:lnTo>
                    <a:pt x="371988" y="1226486"/>
                  </a:lnTo>
                  <a:lnTo>
                    <a:pt x="413953" y="1244231"/>
                  </a:lnTo>
                  <a:lnTo>
                    <a:pt x="457373" y="1259028"/>
                  </a:lnTo>
                  <a:lnTo>
                    <a:pt x="502125" y="1270754"/>
                  </a:lnTo>
                  <a:lnTo>
                    <a:pt x="548084" y="1279283"/>
                  </a:lnTo>
                  <a:lnTo>
                    <a:pt x="595126" y="1284492"/>
                  </a:lnTo>
                  <a:lnTo>
                    <a:pt x="643127" y="1286256"/>
                  </a:lnTo>
                  <a:lnTo>
                    <a:pt x="691129" y="1284492"/>
                  </a:lnTo>
                  <a:lnTo>
                    <a:pt x="738171" y="1279283"/>
                  </a:lnTo>
                  <a:lnTo>
                    <a:pt x="784130" y="1270754"/>
                  </a:lnTo>
                  <a:lnTo>
                    <a:pt x="828882" y="1259028"/>
                  </a:lnTo>
                  <a:lnTo>
                    <a:pt x="872302" y="1244231"/>
                  </a:lnTo>
                  <a:lnTo>
                    <a:pt x="914267" y="1226486"/>
                  </a:lnTo>
                  <a:lnTo>
                    <a:pt x="954651" y="1205918"/>
                  </a:lnTo>
                  <a:lnTo>
                    <a:pt x="993330" y="1182651"/>
                  </a:lnTo>
                  <a:lnTo>
                    <a:pt x="1030181" y="1156809"/>
                  </a:lnTo>
                  <a:lnTo>
                    <a:pt x="1065079" y="1128517"/>
                  </a:lnTo>
                  <a:lnTo>
                    <a:pt x="1097899" y="1097899"/>
                  </a:lnTo>
                  <a:lnTo>
                    <a:pt x="1128517" y="1065079"/>
                  </a:lnTo>
                  <a:lnTo>
                    <a:pt x="1156809" y="1030181"/>
                  </a:lnTo>
                  <a:lnTo>
                    <a:pt x="1182651" y="993330"/>
                  </a:lnTo>
                  <a:lnTo>
                    <a:pt x="1205918" y="954651"/>
                  </a:lnTo>
                  <a:lnTo>
                    <a:pt x="1226486" y="914267"/>
                  </a:lnTo>
                  <a:lnTo>
                    <a:pt x="1244231" y="872302"/>
                  </a:lnTo>
                  <a:lnTo>
                    <a:pt x="1259028" y="828882"/>
                  </a:lnTo>
                  <a:lnTo>
                    <a:pt x="1270754" y="784130"/>
                  </a:lnTo>
                  <a:lnTo>
                    <a:pt x="1279283" y="738171"/>
                  </a:lnTo>
                  <a:lnTo>
                    <a:pt x="1284492" y="691129"/>
                  </a:lnTo>
                  <a:lnTo>
                    <a:pt x="1286255" y="643128"/>
                  </a:lnTo>
                  <a:lnTo>
                    <a:pt x="1284492" y="595126"/>
                  </a:lnTo>
                  <a:lnTo>
                    <a:pt x="1279283" y="548084"/>
                  </a:lnTo>
                  <a:lnTo>
                    <a:pt x="1270754" y="502125"/>
                  </a:lnTo>
                  <a:lnTo>
                    <a:pt x="1259028" y="457373"/>
                  </a:lnTo>
                  <a:lnTo>
                    <a:pt x="1244231" y="413953"/>
                  </a:lnTo>
                  <a:lnTo>
                    <a:pt x="1226486" y="371988"/>
                  </a:lnTo>
                  <a:lnTo>
                    <a:pt x="1205918" y="331604"/>
                  </a:lnTo>
                  <a:lnTo>
                    <a:pt x="1182651" y="292925"/>
                  </a:lnTo>
                  <a:lnTo>
                    <a:pt x="1156809" y="256074"/>
                  </a:lnTo>
                  <a:lnTo>
                    <a:pt x="1128517" y="221176"/>
                  </a:lnTo>
                  <a:lnTo>
                    <a:pt x="1097899" y="188356"/>
                  </a:lnTo>
                  <a:lnTo>
                    <a:pt x="1065079" y="157738"/>
                  </a:lnTo>
                  <a:lnTo>
                    <a:pt x="1030181" y="129446"/>
                  </a:lnTo>
                  <a:lnTo>
                    <a:pt x="993330" y="103604"/>
                  </a:lnTo>
                  <a:lnTo>
                    <a:pt x="954651" y="80337"/>
                  </a:lnTo>
                  <a:lnTo>
                    <a:pt x="914267" y="59769"/>
                  </a:lnTo>
                  <a:lnTo>
                    <a:pt x="872302" y="42024"/>
                  </a:lnTo>
                  <a:lnTo>
                    <a:pt x="828882" y="27227"/>
                  </a:lnTo>
                  <a:lnTo>
                    <a:pt x="784130" y="15501"/>
                  </a:lnTo>
                  <a:lnTo>
                    <a:pt x="738171" y="6972"/>
                  </a:lnTo>
                  <a:lnTo>
                    <a:pt x="691129" y="1763"/>
                  </a:lnTo>
                  <a:lnTo>
                    <a:pt x="643127" y="0"/>
                  </a:lnTo>
                  <a:close/>
                </a:path>
              </a:pathLst>
            </a:custGeom>
            <a:solidFill>
              <a:srgbClr val="589BD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68" name="Google Shape;68;p2"/>
            <p:cNvPicPr preferRelativeResize="0"/>
            <p:nvPr/>
          </p:nvPicPr>
          <p:blipFill rotWithShape="1">
            <a:blip r:embed="rId5">
              <a:alphaModFix/>
            </a:blip>
            <a:srcRect b="0" l="0" r="0" t="0"/>
            <a:stretch/>
          </p:blipFill>
          <p:spPr>
            <a:xfrm>
              <a:off x="6858000" y="4757927"/>
              <a:ext cx="746759" cy="746760"/>
            </a:xfrm>
            <a:prstGeom prst="rect">
              <a:avLst/>
            </a:prstGeom>
            <a:noFill/>
            <a:ln>
              <a:noFill/>
            </a:ln>
          </p:spPr>
        </p:pic>
      </p:grpSp>
      <p:sp>
        <p:nvSpPr>
          <p:cNvPr id="69" name="Google Shape;69;p2"/>
          <p:cNvSpPr txBox="1"/>
          <p:nvPr/>
        </p:nvSpPr>
        <p:spPr>
          <a:xfrm>
            <a:off x="8138921" y="4563871"/>
            <a:ext cx="2967355" cy="1123315"/>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Calibri"/>
                <a:ea typeface="Calibri"/>
                <a:cs typeface="Calibri"/>
                <a:sym typeface="Calibri"/>
              </a:rPr>
              <a:t>En terme de dénomination, on ne réduit pas la  personne à son handicap lorsqu’on parle d’elle.  Ainsi, ne pas dire : un handicapé, un infirme, un  invalide, un boiteux, un aveugle, un sourd, etc.  mais personne handicapée, personne aveugle,  personne sourde, etc.</a:t>
            </a:r>
            <a:endParaRPr b="0" i="0" sz="1200" u="none" cap="none" strike="noStrike">
              <a:solidFill>
                <a:srgbClr val="000000"/>
              </a:solidFill>
              <a:latin typeface="Calibri"/>
              <a:ea typeface="Calibri"/>
              <a:cs typeface="Calibri"/>
              <a:sym typeface="Calibri"/>
            </a:endParaRPr>
          </a:p>
        </p:txBody>
      </p:sp>
      <p:sp>
        <p:nvSpPr>
          <p:cNvPr id="70" name="Google Shape;70;p2"/>
          <p:cNvSpPr txBox="1"/>
          <p:nvPr>
            <p:ph type="title"/>
          </p:nvPr>
        </p:nvSpPr>
        <p:spPr>
          <a:xfrm>
            <a:off x="2208402" y="395376"/>
            <a:ext cx="8517890" cy="103251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SzPts val="1400"/>
              <a:buNone/>
            </a:pPr>
            <a:r>
              <a:rPr b="1" lang="en-US" sz="6600">
                <a:solidFill>
                  <a:srgbClr val="313E4F"/>
                </a:solidFill>
                <a:latin typeface="Calibri"/>
                <a:ea typeface="Calibri"/>
                <a:cs typeface="Calibri"/>
                <a:sym typeface="Calibri"/>
              </a:rPr>
              <a:t>Les bons réflexes à avoir</a:t>
            </a:r>
            <a:endParaRPr sz="6600">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3"/>
          <p:cNvSpPr txBox="1"/>
          <p:nvPr>
            <p:ph type="title"/>
          </p:nvPr>
        </p:nvSpPr>
        <p:spPr>
          <a:xfrm>
            <a:off x="6566407" y="0"/>
            <a:ext cx="4281805" cy="1478280"/>
          </a:xfrm>
          <a:prstGeom prst="rect">
            <a:avLst/>
          </a:prstGeom>
          <a:noFill/>
          <a:ln>
            <a:noFill/>
          </a:ln>
        </p:spPr>
        <p:txBody>
          <a:bodyPr anchorCtr="0" anchor="t" bIns="0" lIns="0" spcFirstLastPara="1" rIns="0" wrap="square" tIns="73025">
            <a:spAutoFit/>
          </a:bodyPr>
          <a:lstStyle/>
          <a:p>
            <a:pPr indent="0" lvl="0" marL="12700" marR="5080" rtl="0" algn="l">
              <a:lnSpc>
                <a:spcPct val="107941"/>
              </a:lnSpc>
              <a:spcBef>
                <a:spcPts val="0"/>
              </a:spcBef>
              <a:spcAft>
                <a:spcPts val="0"/>
              </a:spcAft>
              <a:buSzPts val="1400"/>
              <a:buNone/>
            </a:pPr>
            <a:r>
              <a:rPr b="1" lang="en-US" sz="3400">
                <a:solidFill>
                  <a:srgbClr val="FFFFFF"/>
                </a:solidFill>
                <a:latin typeface="Calibri"/>
                <a:ea typeface="Calibri"/>
                <a:cs typeface="Calibri"/>
                <a:sym typeface="Calibri"/>
              </a:rPr>
              <a:t>Communiquer avec une  personne handicapée  moteur</a:t>
            </a:r>
            <a:endParaRPr sz="3400">
              <a:latin typeface="Calibri"/>
              <a:ea typeface="Calibri"/>
              <a:cs typeface="Calibri"/>
              <a:sym typeface="Calibri"/>
            </a:endParaRPr>
          </a:p>
        </p:txBody>
      </p:sp>
      <p:grpSp>
        <p:nvGrpSpPr>
          <p:cNvPr id="76" name="Google Shape;76;p3"/>
          <p:cNvGrpSpPr/>
          <p:nvPr/>
        </p:nvGrpSpPr>
        <p:grpSpPr>
          <a:xfrm>
            <a:off x="0" y="0"/>
            <a:ext cx="6136005" cy="5255260"/>
            <a:chOff x="0" y="0"/>
            <a:chExt cx="6136005" cy="5255260"/>
          </a:xfrm>
        </p:grpSpPr>
        <p:sp>
          <p:nvSpPr>
            <p:cNvPr id="77" name="Google Shape;77;p3"/>
            <p:cNvSpPr/>
            <p:nvPr/>
          </p:nvSpPr>
          <p:spPr>
            <a:xfrm>
              <a:off x="0" y="0"/>
              <a:ext cx="6136005" cy="5255260"/>
            </a:xfrm>
            <a:custGeom>
              <a:rect b="b" l="l" r="r" t="t"/>
              <a:pathLst>
                <a:path extrusionOk="0" h="5255260" w="6136005">
                  <a:moveTo>
                    <a:pt x="6135624" y="0"/>
                  </a:moveTo>
                  <a:lnTo>
                    <a:pt x="0" y="0"/>
                  </a:lnTo>
                  <a:lnTo>
                    <a:pt x="0" y="5199380"/>
                  </a:lnTo>
                  <a:lnTo>
                    <a:pt x="140690" y="5219192"/>
                  </a:lnTo>
                  <a:lnTo>
                    <a:pt x="188652" y="5224499"/>
                  </a:lnTo>
                  <a:lnTo>
                    <a:pt x="236572" y="5229373"/>
                  </a:lnTo>
                  <a:lnTo>
                    <a:pt x="284447" y="5233814"/>
                  </a:lnTo>
                  <a:lnTo>
                    <a:pt x="332275" y="5237824"/>
                  </a:lnTo>
                  <a:lnTo>
                    <a:pt x="380054" y="5241404"/>
                  </a:lnTo>
                  <a:lnTo>
                    <a:pt x="427782" y="5244555"/>
                  </a:lnTo>
                  <a:lnTo>
                    <a:pt x="475457" y="5247280"/>
                  </a:lnTo>
                  <a:lnTo>
                    <a:pt x="523078" y="5249580"/>
                  </a:lnTo>
                  <a:lnTo>
                    <a:pt x="570640" y="5251456"/>
                  </a:lnTo>
                  <a:lnTo>
                    <a:pt x="618144" y="5252909"/>
                  </a:lnTo>
                  <a:lnTo>
                    <a:pt x="665586" y="5253942"/>
                  </a:lnTo>
                  <a:lnTo>
                    <a:pt x="712964" y="5254556"/>
                  </a:lnTo>
                  <a:lnTo>
                    <a:pt x="760277" y="5254751"/>
                  </a:lnTo>
                  <a:lnTo>
                    <a:pt x="807523" y="5254531"/>
                  </a:lnTo>
                  <a:lnTo>
                    <a:pt x="854698" y="5253895"/>
                  </a:lnTo>
                  <a:lnTo>
                    <a:pt x="901801" y="5252847"/>
                  </a:lnTo>
                  <a:lnTo>
                    <a:pt x="948831" y="5251386"/>
                  </a:lnTo>
                  <a:lnTo>
                    <a:pt x="995785" y="5249515"/>
                  </a:lnTo>
                  <a:lnTo>
                    <a:pt x="1042660" y="5247235"/>
                  </a:lnTo>
                  <a:lnTo>
                    <a:pt x="1089455" y="5244548"/>
                  </a:lnTo>
                  <a:lnTo>
                    <a:pt x="1136168" y="5241455"/>
                  </a:lnTo>
                  <a:lnTo>
                    <a:pt x="1182796" y="5237958"/>
                  </a:lnTo>
                  <a:lnTo>
                    <a:pt x="1229338" y="5234058"/>
                  </a:lnTo>
                  <a:lnTo>
                    <a:pt x="1275791" y="5229757"/>
                  </a:lnTo>
                  <a:lnTo>
                    <a:pt x="1322153" y="5225055"/>
                  </a:lnTo>
                  <a:lnTo>
                    <a:pt x="1368423" y="5219955"/>
                  </a:lnTo>
                  <a:lnTo>
                    <a:pt x="1414597" y="5214459"/>
                  </a:lnTo>
                  <a:lnTo>
                    <a:pt x="1460675" y="5208567"/>
                  </a:lnTo>
                  <a:lnTo>
                    <a:pt x="1506654" y="5202281"/>
                  </a:lnTo>
                  <a:lnTo>
                    <a:pt x="1552531" y="5195603"/>
                  </a:lnTo>
                  <a:lnTo>
                    <a:pt x="1598305" y="5188534"/>
                  </a:lnTo>
                  <a:lnTo>
                    <a:pt x="1643974" y="5181075"/>
                  </a:lnTo>
                  <a:lnTo>
                    <a:pt x="1689535" y="5173229"/>
                  </a:lnTo>
                  <a:lnTo>
                    <a:pt x="1734987" y="5164996"/>
                  </a:lnTo>
                  <a:lnTo>
                    <a:pt x="1780327" y="5156378"/>
                  </a:lnTo>
                  <a:lnTo>
                    <a:pt x="1825554" y="5147377"/>
                  </a:lnTo>
                  <a:lnTo>
                    <a:pt x="1870664" y="5137994"/>
                  </a:lnTo>
                  <a:lnTo>
                    <a:pt x="1915657" y="5128230"/>
                  </a:lnTo>
                  <a:lnTo>
                    <a:pt x="1960529" y="5118087"/>
                  </a:lnTo>
                  <a:lnTo>
                    <a:pt x="2005280" y="5107567"/>
                  </a:lnTo>
                  <a:lnTo>
                    <a:pt x="2049906" y="5096671"/>
                  </a:lnTo>
                  <a:lnTo>
                    <a:pt x="2094406" y="5085401"/>
                  </a:lnTo>
                  <a:lnTo>
                    <a:pt x="2138778" y="5073758"/>
                  </a:lnTo>
                  <a:lnTo>
                    <a:pt x="2183019" y="5061743"/>
                  </a:lnTo>
                  <a:lnTo>
                    <a:pt x="2227128" y="5049358"/>
                  </a:lnTo>
                  <a:lnTo>
                    <a:pt x="2271102" y="5036605"/>
                  </a:lnTo>
                  <a:lnTo>
                    <a:pt x="2314939" y="5023485"/>
                  </a:lnTo>
                  <a:lnTo>
                    <a:pt x="2358637" y="5009999"/>
                  </a:lnTo>
                  <a:lnTo>
                    <a:pt x="2402194" y="4996149"/>
                  </a:lnTo>
                  <a:lnTo>
                    <a:pt x="2445609" y="4981937"/>
                  </a:lnTo>
                  <a:lnTo>
                    <a:pt x="2488878" y="4967364"/>
                  </a:lnTo>
                  <a:lnTo>
                    <a:pt x="2532000" y="4952431"/>
                  </a:lnTo>
                  <a:lnTo>
                    <a:pt x="2574973" y="4937140"/>
                  </a:lnTo>
                  <a:lnTo>
                    <a:pt x="2617794" y="4921493"/>
                  </a:lnTo>
                  <a:lnTo>
                    <a:pt x="2660462" y="4905491"/>
                  </a:lnTo>
                  <a:lnTo>
                    <a:pt x="2702974" y="4889135"/>
                  </a:lnTo>
                  <a:lnTo>
                    <a:pt x="2745329" y="4872427"/>
                  </a:lnTo>
                  <a:lnTo>
                    <a:pt x="2787524" y="4855368"/>
                  </a:lnTo>
                  <a:lnTo>
                    <a:pt x="2829557" y="4837961"/>
                  </a:lnTo>
                  <a:lnTo>
                    <a:pt x="2871426" y="4820206"/>
                  </a:lnTo>
                  <a:lnTo>
                    <a:pt x="2913129" y="4802105"/>
                  </a:lnTo>
                  <a:lnTo>
                    <a:pt x="2954663" y="4783659"/>
                  </a:lnTo>
                  <a:lnTo>
                    <a:pt x="2996028" y="4764871"/>
                  </a:lnTo>
                  <a:lnTo>
                    <a:pt x="3037220" y="4745740"/>
                  </a:lnTo>
                  <a:lnTo>
                    <a:pt x="3078238" y="4726270"/>
                  </a:lnTo>
                  <a:lnTo>
                    <a:pt x="3119080" y="4706461"/>
                  </a:lnTo>
                  <a:lnTo>
                    <a:pt x="3159742" y="4686315"/>
                  </a:lnTo>
                  <a:lnTo>
                    <a:pt x="3200224" y="4665833"/>
                  </a:lnTo>
                  <a:lnTo>
                    <a:pt x="3240524" y="4645018"/>
                  </a:lnTo>
                  <a:lnTo>
                    <a:pt x="3280638" y="4623869"/>
                  </a:lnTo>
                  <a:lnTo>
                    <a:pt x="3320565" y="4602390"/>
                  </a:lnTo>
                  <a:lnTo>
                    <a:pt x="3360304" y="4580581"/>
                  </a:lnTo>
                  <a:lnTo>
                    <a:pt x="3399851" y="4558444"/>
                  </a:lnTo>
                  <a:lnTo>
                    <a:pt x="3439205" y="4535980"/>
                  </a:lnTo>
                  <a:lnTo>
                    <a:pt x="3478364" y="4513191"/>
                  </a:lnTo>
                  <a:lnTo>
                    <a:pt x="3517325" y="4490078"/>
                  </a:lnTo>
                  <a:lnTo>
                    <a:pt x="3556086" y="4466644"/>
                  </a:lnTo>
                  <a:lnTo>
                    <a:pt x="3594646" y="4442888"/>
                  </a:lnTo>
                  <a:lnTo>
                    <a:pt x="3633003" y="4418814"/>
                  </a:lnTo>
                  <a:lnTo>
                    <a:pt x="3671153" y="4394421"/>
                  </a:lnTo>
                  <a:lnTo>
                    <a:pt x="3709096" y="4369713"/>
                  </a:lnTo>
                  <a:lnTo>
                    <a:pt x="3746829" y="4344690"/>
                  </a:lnTo>
                  <a:lnTo>
                    <a:pt x="3784349" y="4319354"/>
                  </a:lnTo>
                  <a:lnTo>
                    <a:pt x="3821656" y="4293706"/>
                  </a:lnTo>
                  <a:lnTo>
                    <a:pt x="3858746" y="4267748"/>
                  </a:lnTo>
                  <a:lnTo>
                    <a:pt x="3895618" y="4241481"/>
                  </a:lnTo>
                  <a:lnTo>
                    <a:pt x="3932269" y="4214907"/>
                  </a:lnTo>
                  <a:lnTo>
                    <a:pt x="3968698" y="4188028"/>
                  </a:lnTo>
                  <a:lnTo>
                    <a:pt x="4004902" y="4160844"/>
                  </a:lnTo>
                  <a:lnTo>
                    <a:pt x="4040879" y="4133357"/>
                  </a:lnTo>
                  <a:lnTo>
                    <a:pt x="4076628" y="4105569"/>
                  </a:lnTo>
                  <a:lnTo>
                    <a:pt x="4112146" y="4077482"/>
                  </a:lnTo>
                  <a:lnTo>
                    <a:pt x="4147430" y="4049096"/>
                  </a:lnTo>
                  <a:lnTo>
                    <a:pt x="4182480" y="4020414"/>
                  </a:lnTo>
                  <a:lnTo>
                    <a:pt x="4217292" y="3991436"/>
                  </a:lnTo>
                  <a:lnTo>
                    <a:pt x="4251866" y="3962165"/>
                  </a:lnTo>
                  <a:lnTo>
                    <a:pt x="4286197" y="3932601"/>
                  </a:lnTo>
                  <a:lnTo>
                    <a:pt x="4320286" y="3902746"/>
                  </a:lnTo>
                  <a:lnTo>
                    <a:pt x="4354128" y="3872603"/>
                  </a:lnTo>
                  <a:lnTo>
                    <a:pt x="4387723" y="3842171"/>
                  </a:lnTo>
                  <a:lnTo>
                    <a:pt x="4421069" y="3811453"/>
                  </a:lnTo>
                  <a:lnTo>
                    <a:pt x="4454162" y="3780451"/>
                  </a:lnTo>
                  <a:lnTo>
                    <a:pt x="4487002" y="3749165"/>
                  </a:lnTo>
                  <a:lnTo>
                    <a:pt x="4519586" y="3717597"/>
                  </a:lnTo>
                  <a:lnTo>
                    <a:pt x="4551911" y="3685750"/>
                  </a:lnTo>
                  <a:lnTo>
                    <a:pt x="4583976" y="3653623"/>
                  </a:lnTo>
                  <a:lnTo>
                    <a:pt x="4615779" y="3621219"/>
                  </a:lnTo>
                  <a:lnTo>
                    <a:pt x="4647318" y="3588539"/>
                  </a:lnTo>
                  <a:lnTo>
                    <a:pt x="4678590" y="3555585"/>
                  </a:lnTo>
                  <a:lnTo>
                    <a:pt x="4709594" y="3522358"/>
                  </a:lnTo>
                  <a:lnTo>
                    <a:pt x="4740326" y="3488860"/>
                  </a:lnTo>
                  <a:lnTo>
                    <a:pt x="4770787" y="3455092"/>
                  </a:lnTo>
                  <a:lnTo>
                    <a:pt x="4800972" y="3421055"/>
                  </a:lnTo>
                  <a:lnTo>
                    <a:pt x="4830880" y="3386752"/>
                  </a:lnTo>
                  <a:lnTo>
                    <a:pt x="4860509" y="3352183"/>
                  </a:lnTo>
                  <a:lnTo>
                    <a:pt x="4889858" y="3317351"/>
                  </a:lnTo>
                  <a:lnTo>
                    <a:pt x="4918923" y="3282256"/>
                  </a:lnTo>
                  <a:lnTo>
                    <a:pt x="4947702" y="3246900"/>
                  </a:lnTo>
                  <a:lnTo>
                    <a:pt x="4976194" y="3211285"/>
                  </a:lnTo>
                  <a:lnTo>
                    <a:pt x="5004397" y="3175412"/>
                  </a:lnTo>
                  <a:lnTo>
                    <a:pt x="5032308" y="3139283"/>
                  </a:lnTo>
                  <a:lnTo>
                    <a:pt x="5059926" y="3102899"/>
                  </a:lnTo>
                  <a:lnTo>
                    <a:pt x="5087247" y="3066261"/>
                  </a:lnTo>
                  <a:lnTo>
                    <a:pt x="5114271" y="3029372"/>
                  </a:lnTo>
                  <a:lnTo>
                    <a:pt x="5140995" y="2992232"/>
                  </a:lnTo>
                  <a:lnTo>
                    <a:pt x="5167417" y="2954843"/>
                  </a:lnTo>
                  <a:lnTo>
                    <a:pt x="5193535" y="2917207"/>
                  </a:lnTo>
                  <a:lnTo>
                    <a:pt x="5219346" y="2879325"/>
                  </a:lnTo>
                  <a:lnTo>
                    <a:pt x="5244849" y="2841198"/>
                  </a:lnTo>
                  <a:lnTo>
                    <a:pt x="5270042" y="2802829"/>
                  </a:lnTo>
                  <a:lnTo>
                    <a:pt x="5294922" y="2764218"/>
                  </a:lnTo>
                  <a:lnTo>
                    <a:pt x="5319487" y="2725367"/>
                  </a:lnTo>
                  <a:lnTo>
                    <a:pt x="5343736" y="2686278"/>
                  </a:lnTo>
                  <a:lnTo>
                    <a:pt x="5367666" y="2646952"/>
                  </a:lnTo>
                  <a:lnTo>
                    <a:pt x="5391276" y="2607390"/>
                  </a:lnTo>
                  <a:lnTo>
                    <a:pt x="5414562" y="2567595"/>
                  </a:lnTo>
                  <a:lnTo>
                    <a:pt x="5437523" y="2527566"/>
                  </a:lnTo>
                  <a:lnTo>
                    <a:pt x="5460157" y="2487307"/>
                  </a:lnTo>
                  <a:lnTo>
                    <a:pt x="5482462" y="2446819"/>
                  </a:lnTo>
                  <a:lnTo>
                    <a:pt x="5504435" y="2406102"/>
                  </a:lnTo>
                  <a:lnTo>
                    <a:pt x="5526075" y="2365159"/>
                  </a:lnTo>
                  <a:lnTo>
                    <a:pt x="5547379" y="2323991"/>
                  </a:lnTo>
                  <a:lnTo>
                    <a:pt x="5568346" y="2282600"/>
                  </a:lnTo>
                  <a:lnTo>
                    <a:pt x="5588973" y="2240987"/>
                  </a:lnTo>
                  <a:lnTo>
                    <a:pt x="5609259" y="2199153"/>
                  </a:lnTo>
                  <a:lnTo>
                    <a:pt x="5629200" y="2157100"/>
                  </a:lnTo>
                  <a:lnTo>
                    <a:pt x="5648795" y="2114829"/>
                  </a:lnTo>
                  <a:lnTo>
                    <a:pt x="5668043" y="2072343"/>
                  </a:lnTo>
                  <a:lnTo>
                    <a:pt x="5686940" y="2029642"/>
                  </a:lnTo>
                  <a:lnTo>
                    <a:pt x="5705485" y="1986727"/>
                  </a:lnTo>
                  <a:lnTo>
                    <a:pt x="5723675" y="1943602"/>
                  </a:lnTo>
                  <a:lnTo>
                    <a:pt x="5741509" y="1900266"/>
                  </a:lnTo>
                  <a:lnTo>
                    <a:pt x="5758985" y="1856722"/>
                  </a:lnTo>
                  <a:lnTo>
                    <a:pt x="5776100" y="1812971"/>
                  </a:lnTo>
                  <a:lnTo>
                    <a:pt x="5792852" y="1769014"/>
                  </a:lnTo>
                  <a:lnTo>
                    <a:pt x="5809239" y="1724853"/>
                  </a:lnTo>
                  <a:lnTo>
                    <a:pt x="5825259" y="1680490"/>
                  </a:lnTo>
                  <a:lnTo>
                    <a:pt x="5840911" y="1635925"/>
                  </a:lnTo>
                  <a:lnTo>
                    <a:pt x="5856191" y="1591161"/>
                  </a:lnTo>
                  <a:lnTo>
                    <a:pt x="5871098" y="1546199"/>
                  </a:lnTo>
                  <a:lnTo>
                    <a:pt x="5885630" y="1501040"/>
                  </a:lnTo>
                  <a:lnTo>
                    <a:pt x="5899784" y="1455686"/>
                  </a:lnTo>
                  <a:lnTo>
                    <a:pt x="5913559" y="1410139"/>
                  </a:lnTo>
                  <a:lnTo>
                    <a:pt x="5926953" y="1364399"/>
                  </a:lnTo>
                  <a:lnTo>
                    <a:pt x="5939962" y="1318469"/>
                  </a:lnTo>
                  <a:lnTo>
                    <a:pt x="5952586" y="1272349"/>
                  </a:lnTo>
                  <a:lnTo>
                    <a:pt x="5964823" y="1226042"/>
                  </a:lnTo>
                  <a:lnTo>
                    <a:pt x="5976669" y="1179549"/>
                  </a:lnTo>
                  <a:lnTo>
                    <a:pt x="5988123" y="1132872"/>
                  </a:lnTo>
                  <a:lnTo>
                    <a:pt x="5999183" y="1086011"/>
                  </a:lnTo>
                  <a:lnTo>
                    <a:pt x="6009847" y="1038968"/>
                  </a:lnTo>
                  <a:lnTo>
                    <a:pt x="6020112" y="991746"/>
                  </a:lnTo>
                  <a:lnTo>
                    <a:pt x="6029978" y="944344"/>
                  </a:lnTo>
                  <a:lnTo>
                    <a:pt x="6039440" y="896766"/>
                  </a:lnTo>
                  <a:lnTo>
                    <a:pt x="6048498" y="849012"/>
                  </a:lnTo>
                  <a:lnTo>
                    <a:pt x="6057150" y="801083"/>
                  </a:lnTo>
                  <a:lnTo>
                    <a:pt x="6065393" y="752983"/>
                  </a:lnTo>
                  <a:lnTo>
                    <a:pt x="6073423" y="703383"/>
                  </a:lnTo>
                  <a:lnTo>
                    <a:pt x="6080986" y="653821"/>
                  </a:lnTo>
                  <a:lnTo>
                    <a:pt x="6088083" y="604297"/>
                  </a:lnTo>
                  <a:lnTo>
                    <a:pt x="6094715" y="554814"/>
                  </a:lnTo>
                  <a:lnTo>
                    <a:pt x="6100884" y="505373"/>
                  </a:lnTo>
                  <a:lnTo>
                    <a:pt x="6106590" y="455974"/>
                  </a:lnTo>
                  <a:lnTo>
                    <a:pt x="6111837" y="406620"/>
                  </a:lnTo>
                  <a:lnTo>
                    <a:pt x="6116624" y="357312"/>
                  </a:lnTo>
                  <a:lnTo>
                    <a:pt x="6120953" y="308051"/>
                  </a:lnTo>
                  <a:lnTo>
                    <a:pt x="6124825" y="258838"/>
                  </a:lnTo>
                  <a:lnTo>
                    <a:pt x="6128243" y="209675"/>
                  </a:lnTo>
                  <a:lnTo>
                    <a:pt x="6131207" y="160564"/>
                  </a:lnTo>
                  <a:lnTo>
                    <a:pt x="6133719" y="111505"/>
                  </a:lnTo>
                  <a:lnTo>
                    <a:pt x="6135624" y="0"/>
                  </a:lnTo>
                  <a:close/>
                </a:path>
              </a:pathLst>
            </a:custGeom>
            <a:solidFill>
              <a:srgbClr val="FFFFFF">
                <a:alpha val="76078"/>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78" name="Google Shape;78;p3"/>
            <p:cNvPicPr preferRelativeResize="0"/>
            <p:nvPr/>
          </p:nvPicPr>
          <p:blipFill rotWithShape="1">
            <a:blip r:embed="rId3">
              <a:alphaModFix/>
            </a:blip>
            <a:srcRect b="0" l="0" r="0" t="0"/>
            <a:stretch/>
          </p:blipFill>
          <p:spPr>
            <a:xfrm>
              <a:off x="0" y="0"/>
              <a:ext cx="5864224" cy="4983422"/>
            </a:xfrm>
            <a:prstGeom prst="rect">
              <a:avLst/>
            </a:prstGeom>
            <a:noFill/>
            <a:ln>
              <a:noFill/>
            </a:ln>
          </p:spPr>
        </p:pic>
      </p:grpSp>
      <p:sp>
        <p:nvSpPr>
          <p:cNvPr id="79" name="Google Shape;79;p3"/>
          <p:cNvSpPr txBox="1"/>
          <p:nvPr/>
        </p:nvSpPr>
        <p:spPr>
          <a:xfrm>
            <a:off x="6176264" y="1593926"/>
            <a:ext cx="5640705" cy="794385"/>
          </a:xfrm>
          <a:prstGeom prst="rect">
            <a:avLst/>
          </a:prstGeom>
          <a:noFill/>
          <a:ln>
            <a:noFill/>
          </a:ln>
        </p:spPr>
        <p:txBody>
          <a:bodyPr anchorCtr="0" anchor="t" bIns="0" lIns="0" spcFirstLastPara="1" rIns="0" wrap="square" tIns="44450">
            <a:spAutoFit/>
          </a:bodyPr>
          <a:lstStyle/>
          <a:p>
            <a:pPr indent="0" lvl="0" marL="12700" marR="5080" rtl="0" algn="l">
              <a:lnSpc>
                <a:spcPct val="107722"/>
              </a:lnSpc>
              <a:spcBef>
                <a:spcPts val="0"/>
              </a:spcBef>
              <a:spcAft>
                <a:spcPts val="0"/>
              </a:spcAft>
              <a:buClr>
                <a:srgbClr val="000000"/>
              </a:buClr>
              <a:buSzPts val="1800"/>
              <a:buFont typeface="Arial"/>
              <a:buNone/>
            </a:pPr>
            <a:r>
              <a:rPr b="0" i="0" lang="en-US" sz="1800" u="none" cap="none" strike="noStrike">
                <a:solidFill>
                  <a:srgbClr val="FFFFFF"/>
                </a:solidFill>
                <a:latin typeface="Calibri"/>
                <a:ea typeface="Calibri"/>
                <a:cs typeface="Calibri"/>
                <a:sym typeface="Calibri"/>
              </a:rPr>
              <a:t>Ces personnes sont des personnes comme les autres qui ont  simplement besoin qu’on leur assure plus de facilité et de  sécurité dans leurs déplacements</a:t>
            </a:r>
            <a:endParaRPr b="0" i="0" sz="1800" u="none" cap="none" strike="noStrike">
              <a:solidFill>
                <a:srgbClr val="000000"/>
              </a:solidFill>
              <a:latin typeface="Calibri"/>
              <a:ea typeface="Calibri"/>
              <a:cs typeface="Calibri"/>
              <a:sym typeface="Calibri"/>
            </a:endParaRPr>
          </a:p>
        </p:txBody>
      </p:sp>
      <p:sp>
        <p:nvSpPr>
          <p:cNvPr id="80" name="Google Shape;80;p3"/>
          <p:cNvSpPr txBox="1"/>
          <p:nvPr/>
        </p:nvSpPr>
        <p:spPr>
          <a:xfrm>
            <a:off x="4957698" y="3274014"/>
            <a:ext cx="6814820" cy="3319779"/>
          </a:xfrm>
          <a:prstGeom prst="rect">
            <a:avLst/>
          </a:prstGeom>
          <a:noFill/>
          <a:ln>
            <a:noFill/>
          </a:ln>
        </p:spPr>
        <p:txBody>
          <a:bodyPr anchorCtr="0" anchor="t" bIns="0" lIns="0" spcFirstLastPara="1" rIns="0" wrap="square" tIns="150475">
            <a:spAutoFit/>
          </a:bodyPr>
          <a:lstStyle/>
          <a:p>
            <a:pPr indent="-287019" lvl="0" marL="299085" marR="0" rtl="0" algn="l">
              <a:lnSpc>
                <a:spcPct val="100000"/>
              </a:lnSpc>
              <a:spcBef>
                <a:spcPts val="0"/>
              </a:spcBef>
              <a:spcAft>
                <a:spcPts val="0"/>
              </a:spcAft>
              <a:buClr>
                <a:srgbClr val="FFFFFF"/>
              </a:buClr>
              <a:buSzPts val="1800"/>
              <a:buFont typeface="Arial"/>
              <a:buChar char="•"/>
            </a:pPr>
            <a:r>
              <a:rPr b="0" i="0" lang="en-US" sz="1800" u="none" cap="none" strike="noStrike">
                <a:solidFill>
                  <a:srgbClr val="FFFFFF"/>
                </a:solidFill>
                <a:latin typeface="Calibri"/>
                <a:ea typeface="Calibri"/>
                <a:cs typeface="Calibri"/>
                <a:sym typeface="Calibri"/>
              </a:rPr>
              <a:t>Dans la mesure du possible, se placer à hauteur des personnes en</a:t>
            </a:r>
            <a:endParaRPr b="0" i="0" sz="1800" u="none" cap="none" strike="noStrike">
              <a:solidFill>
                <a:srgbClr val="000000"/>
              </a:solidFill>
              <a:latin typeface="Calibri"/>
              <a:ea typeface="Calibri"/>
              <a:cs typeface="Calibri"/>
              <a:sym typeface="Calibri"/>
            </a:endParaRPr>
          </a:p>
          <a:p>
            <a:pPr indent="0" lvl="0" marL="299085" marR="0" rtl="0" algn="l">
              <a:lnSpc>
                <a:spcPct val="100000"/>
              </a:lnSpc>
              <a:spcBef>
                <a:spcPts val="1085"/>
              </a:spcBef>
              <a:spcAft>
                <a:spcPts val="0"/>
              </a:spcAft>
              <a:buClr>
                <a:srgbClr val="000000"/>
              </a:buClr>
              <a:buSzPts val="1800"/>
              <a:buFont typeface="Arial"/>
              <a:buNone/>
            </a:pPr>
            <a:r>
              <a:rPr b="0" i="0" lang="en-US" sz="1800" u="none" cap="none" strike="noStrike">
                <a:solidFill>
                  <a:srgbClr val="FFFFFF"/>
                </a:solidFill>
                <a:latin typeface="Calibri"/>
                <a:ea typeface="Calibri"/>
                <a:cs typeface="Calibri"/>
                <a:sym typeface="Calibri"/>
              </a:rPr>
              <a:t>position « assise » ou de petite taille pour converser avec elles.</a:t>
            </a:r>
            <a:endParaRPr b="0" i="0" sz="1800" u="none" cap="none" strike="noStrike">
              <a:solidFill>
                <a:srgbClr val="000000"/>
              </a:solidFill>
              <a:latin typeface="Calibri"/>
              <a:ea typeface="Calibri"/>
              <a:cs typeface="Calibri"/>
              <a:sym typeface="Calibri"/>
            </a:endParaRPr>
          </a:p>
          <a:p>
            <a:pPr indent="-287019" lvl="0" marL="299085" marR="0" rtl="0" algn="l">
              <a:lnSpc>
                <a:spcPct val="100000"/>
              </a:lnSpc>
              <a:spcBef>
                <a:spcPts val="1080"/>
              </a:spcBef>
              <a:spcAft>
                <a:spcPts val="0"/>
              </a:spcAft>
              <a:buClr>
                <a:srgbClr val="FFFFFF"/>
              </a:buClr>
              <a:buSzPts val="1800"/>
              <a:buFont typeface="Arial"/>
              <a:buChar char="•"/>
            </a:pPr>
            <a:r>
              <a:rPr b="0" i="0" lang="en-US" sz="1800" u="none" cap="none" strike="noStrike">
                <a:solidFill>
                  <a:srgbClr val="FFFFFF"/>
                </a:solidFill>
                <a:latin typeface="Calibri"/>
                <a:ea typeface="Calibri"/>
                <a:cs typeface="Calibri"/>
                <a:sym typeface="Calibri"/>
              </a:rPr>
              <a:t>Obstacle insurmontable type volée de marches : se déplacer vers la</a:t>
            </a:r>
            <a:endParaRPr b="0" i="0" sz="1800" u="none" cap="none" strike="noStrike">
              <a:solidFill>
                <a:srgbClr val="000000"/>
              </a:solidFill>
              <a:latin typeface="Calibri"/>
              <a:ea typeface="Calibri"/>
              <a:cs typeface="Calibri"/>
              <a:sym typeface="Calibri"/>
            </a:endParaRPr>
          </a:p>
          <a:p>
            <a:pPr indent="0" lvl="0" marL="299085" marR="0" rtl="0" algn="l">
              <a:lnSpc>
                <a:spcPct val="100000"/>
              </a:lnSpc>
              <a:spcBef>
                <a:spcPts val="1080"/>
              </a:spcBef>
              <a:spcAft>
                <a:spcPts val="0"/>
              </a:spcAft>
              <a:buClr>
                <a:srgbClr val="000000"/>
              </a:buClr>
              <a:buSzPts val="1800"/>
              <a:buFont typeface="Arial"/>
              <a:buNone/>
            </a:pPr>
            <a:r>
              <a:rPr b="0" i="0" lang="en-US" sz="1800" u="none" cap="none" strike="noStrike">
                <a:solidFill>
                  <a:srgbClr val="FFFFFF"/>
                </a:solidFill>
                <a:latin typeface="Calibri"/>
                <a:ea typeface="Calibri"/>
                <a:cs typeface="Calibri"/>
                <a:sym typeface="Calibri"/>
              </a:rPr>
              <a:t>personne en fauteuil roulant pour la renseigner.</a:t>
            </a:r>
            <a:endParaRPr b="0" i="0" sz="1800" u="none" cap="none" strike="noStrike">
              <a:solidFill>
                <a:srgbClr val="000000"/>
              </a:solidFill>
              <a:latin typeface="Calibri"/>
              <a:ea typeface="Calibri"/>
              <a:cs typeface="Calibri"/>
              <a:sym typeface="Calibri"/>
            </a:endParaRPr>
          </a:p>
          <a:p>
            <a:pPr indent="-287019" lvl="0" marL="299085" marR="5080" rtl="0" algn="l">
              <a:lnSpc>
                <a:spcPct val="150100"/>
              </a:lnSpc>
              <a:spcBef>
                <a:spcPts val="0"/>
              </a:spcBef>
              <a:spcAft>
                <a:spcPts val="0"/>
              </a:spcAft>
              <a:buClr>
                <a:srgbClr val="FFFFFF"/>
              </a:buClr>
              <a:buSzPts val="1800"/>
              <a:buFont typeface="Arial"/>
              <a:buChar char="•"/>
            </a:pPr>
            <a:r>
              <a:rPr b="0" i="0" lang="en-US" sz="1800" u="none" cap="none" strike="noStrike">
                <a:solidFill>
                  <a:srgbClr val="FFFFFF"/>
                </a:solidFill>
                <a:latin typeface="Calibri"/>
                <a:ea typeface="Calibri"/>
                <a:cs typeface="Calibri"/>
                <a:sym typeface="Calibri"/>
              </a:rPr>
              <a:t>Tous les mots liés au déplacement sont utilisables comme marcher ou  courir.</a:t>
            </a:r>
            <a:endParaRPr b="0" i="0" sz="1800" u="none" cap="none" strike="noStrike">
              <a:solidFill>
                <a:srgbClr val="000000"/>
              </a:solidFill>
              <a:latin typeface="Calibri"/>
              <a:ea typeface="Calibri"/>
              <a:cs typeface="Calibri"/>
              <a:sym typeface="Calibri"/>
            </a:endParaRPr>
          </a:p>
          <a:p>
            <a:pPr indent="-287019" lvl="0" marL="299085" marR="0" rtl="0" algn="l">
              <a:lnSpc>
                <a:spcPct val="100000"/>
              </a:lnSpc>
              <a:spcBef>
                <a:spcPts val="1080"/>
              </a:spcBef>
              <a:spcAft>
                <a:spcPts val="0"/>
              </a:spcAft>
              <a:buClr>
                <a:srgbClr val="FFFFFF"/>
              </a:buClr>
              <a:buSzPts val="1800"/>
              <a:buFont typeface="Arial"/>
              <a:buChar char="•"/>
            </a:pPr>
            <a:r>
              <a:rPr b="0" i="0" lang="en-US" sz="1800" u="none" cap="none" strike="noStrike">
                <a:solidFill>
                  <a:srgbClr val="FFFFFF"/>
                </a:solidFill>
                <a:latin typeface="Calibri"/>
                <a:ea typeface="Calibri"/>
                <a:cs typeface="Calibri"/>
                <a:sym typeface="Calibri"/>
              </a:rPr>
              <a:t>Ne pas s’appuyer sur un fauteuil roulant : c’est intrusif (prolongement</a:t>
            </a:r>
            <a:endParaRPr b="0" i="0" sz="1800" u="none" cap="none" strike="noStrike">
              <a:solidFill>
                <a:srgbClr val="000000"/>
              </a:solidFill>
              <a:latin typeface="Calibri"/>
              <a:ea typeface="Calibri"/>
              <a:cs typeface="Calibri"/>
              <a:sym typeface="Calibri"/>
            </a:endParaRPr>
          </a:p>
          <a:p>
            <a:pPr indent="0" lvl="0" marL="299085" marR="0" rtl="0" algn="l">
              <a:lnSpc>
                <a:spcPct val="100000"/>
              </a:lnSpc>
              <a:spcBef>
                <a:spcPts val="1085"/>
              </a:spcBef>
              <a:spcAft>
                <a:spcPts val="0"/>
              </a:spcAft>
              <a:buClr>
                <a:srgbClr val="000000"/>
              </a:buClr>
              <a:buSzPts val="1800"/>
              <a:buFont typeface="Arial"/>
              <a:buNone/>
            </a:pPr>
            <a:r>
              <a:rPr b="0" i="0" lang="en-US" sz="1800" u="none" cap="none" strike="noStrike">
                <a:solidFill>
                  <a:srgbClr val="FFFFFF"/>
                </a:solidFill>
                <a:latin typeface="Calibri"/>
                <a:ea typeface="Calibri"/>
                <a:cs typeface="Calibri"/>
                <a:sym typeface="Calibri"/>
              </a:rPr>
              <a:t>du corps) et dangereux.</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4" name="Shape 84"/>
        <p:cNvGrpSpPr/>
        <p:nvPr/>
      </p:nvGrpSpPr>
      <p:grpSpPr>
        <a:xfrm>
          <a:off x="0" y="0"/>
          <a:ext cx="0" cy="0"/>
          <a:chOff x="0" y="0"/>
          <a:chExt cx="0" cy="0"/>
        </a:xfrm>
      </p:grpSpPr>
      <p:pic>
        <p:nvPicPr>
          <p:cNvPr id="85" name="Google Shape;85;p4"/>
          <p:cNvPicPr preferRelativeResize="0"/>
          <p:nvPr/>
        </p:nvPicPr>
        <p:blipFill rotWithShape="1">
          <a:blip r:embed="rId3">
            <a:alphaModFix/>
          </a:blip>
          <a:srcRect b="0" l="0" r="0" t="0"/>
          <a:stretch/>
        </p:blipFill>
        <p:spPr>
          <a:xfrm>
            <a:off x="1018032" y="1650080"/>
            <a:ext cx="3557016" cy="3433983"/>
          </a:xfrm>
          <a:prstGeom prst="rect">
            <a:avLst/>
          </a:prstGeom>
          <a:noFill/>
          <a:ln>
            <a:noFill/>
          </a:ln>
        </p:spPr>
      </p:pic>
      <p:grpSp>
        <p:nvGrpSpPr>
          <p:cNvPr id="86" name="Google Shape;86;p4"/>
          <p:cNvGrpSpPr/>
          <p:nvPr/>
        </p:nvGrpSpPr>
        <p:grpSpPr>
          <a:xfrm>
            <a:off x="0" y="5346191"/>
            <a:ext cx="12192508" cy="1511935"/>
            <a:chOff x="0" y="5346191"/>
            <a:chExt cx="12192508" cy="1511935"/>
          </a:xfrm>
        </p:grpSpPr>
        <p:sp>
          <p:nvSpPr>
            <p:cNvPr id="87" name="Google Shape;87;p4"/>
            <p:cNvSpPr/>
            <p:nvPr/>
          </p:nvSpPr>
          <p:spPr>
            <a:xfrm>
              <a:off x="0" y="5346191"/>
              <a:ext cx="10448925" cy="1511935"/>
            </a:xfrm>
            <a:custGeom>
              <a:rect b="b" l="l" r="r" t="t"/>
              <a:pathLst>
                <a:path extrusionOk="0" h="1511934" w="10448925">
                  <a:moveTo>
                    <a:pt x="10448544" y="0"/>
                  </a:moveTo>
                  <a:lnTo>
                    <a:pt x="5902452" y="0"/>
                  </a:lnTo>
                  <a:lnTo>
                    <a:pt x="5902452" y="2540"/>
                  </a:lnTo>
                  <a:lnTo>
                    <a:pt x="5507101" y="2540"/>
                  </a:lnTo>
                  <a:lnTo>
                    <a:pt x="5507101" y="0"/>
                  </a:lnTo>
                  <a:lnTo>
                    <a:pt x="0" y="0"/>
                  </a:lnTo>
                  <a:lnTo>
                    <a:pt x="0" y="1511807"/>
                  </a:lnTo>
                  <a:lnTo>
                    <a:pt x="9750806" y="1511802"/>
                  </a:lnTo>
                  <a:lnTo>
                    <a:pt x="10448544" y="0"/>
                  </a:lnTo>
                  <a:close/>
                </a:path>
              </a:pathLst>
            </a:custGeom>
            <a:solidFill>
              <a:srgbClr val="DDDCD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8" name="Google Shape;88;p4"/>
            <p:cNvSpPr/>
            <p:nvPr/>
          </p:nvSpPr>
          <p:spPr>
            <a:xfrm>
              <a:off x="9863328" y="5346191"/>
              <a:ext cx="2329180" cy="1511935"/>
            </a:xfrm>
            <a:custGeom>
              <a:rect b="b" l="l" r="r" t="t"/>
              <a:pathLst>
                <a:path extrusionOk="0" h="1511934" w="2329179">
                  <a:moveTo>
                    <a:pt x="2328672" y="0"/>
                  </a:moveTo>
                  <a:lnTo>
                    <a:pt x="697483" y="0"/>
                  </a:lnTo>
                  <a:lnTo>
                    <a:pt x="0" y="1511807"/>
                  </a:lnTo>
                  <a:lnTo>
                    <a:pt x="2328672" y="1511807"/>
                  </a:lnTo>
                  <a:lnTo>
                    <a:pt x="2328672" y="0"/>
                  </a:lnTo>
                  <a:close/>
                </a:path>
              </a:pathLst>
            </a:custGeom>
            <a:solidFill>
              <a:srgbClr val="404040">
                <a:alpha val="8000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89" name="Google Shape;89;p4"/>
          <p:cNvSpPr txBox="1"/>
          <p:nvPr/>
        </p:nvSpPr>
        <p:spPr>
          <a:xfrm>
            <a:off x="649325" y="5663285"/>
            <a:ext cx="8935720" cy="4978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3100"/>
              <a:buFont typeface="Arial"/>
              <a:buNone/>
            </a:pPr>
            <a:r>
              <a:rPr b="1" i="0" lang="en-US" sz="3100" u="none" cap="none" strike="noStrike">
                <a:solidFill>
                  <a:srgbClr val="000000"/>
                </a:solidFill>
                <a:latin typeface="Calibri"/>
                <a:ea typeface="Calibri"/>
                <a:cs typeface="Calibri"/>
                <a:sym typeface="Calibri"/>
              </a:rPr>
              <a:t>Communiquer avec une personne handicapée auditive</a:t>
            </a:r>
            <a:endParaRPr b="0" i="0" sz="3100" u="none" cap="none" strike="noStrike">
              <a:solidFill>
                <a:srgbClr val="000000"/>
              </a:solidFill>
              <a:latin typeface="Calibri"/>
              <a:ea typeface="Calibri"/>
              <a:cs typeface="Calibri"/>
              <a:sym typeface="Calibri"/>
            </a:endParaRPr>
          </a:p>
        </p:txBody>
      </p:sp>
      <p:sp>
        <p:nvSpPr>
          <p:cNvPr id="90" name="Google Shape;90;p4"/>
          <p:cNvSpPr txBox="1"/>
          <p:nvPr>
            <p:ph type="title"/>
          </p:nvPr>
        </p:nvSpPr>
        <p:spPr>
          <a:xfrm>
            <a:off x="532587" y="212547"/>
            <a:ext cx="11126825" cy="986790"/>
          </a:xfrm>
          <a:prstGeom prst="rect">
            <a:avLst/>
          </a:prstGeom>
          <a:noFill/>
          <a:ln>
            <a:noFill/>
          </a:ln>
        </p:spPr>
        <p:txBody>
          <a:bodyPr anchorCtr="0" anchor="t" bIns="0" lIns="0" spcFirstLastPara="1" rIns="0" wrap="square" tIns="38725">
            <a:spAutoFit/>
          </a:bodyPr>
          <a:lstStyle/>
          <a:p>
            <a:pPr indent="0" lvl="0" marL="12700" marR="5080" rtl="0" algn="l">
              <a:lnSpc>
                <a:spcPct val="90200"/>
              </a:lnSpc>
              <a:spcBef>
                <a:spcPts val="0"/>
              </a:spcBef>
              <a:spcAft>
                <a:spcPts val="0"/>
              </a:spcAft>
              <a:buSzPts val="1400"/>
              <a:buNone/>
            </a:pPr>
            <a:r>
              <a:rPr lang="en-US"/>
              <a:t>Le handicap auditif n’étant pas apparent, vous identifierez une personne sourde ou malentendante si elle pointe son oreille du  doigt et secoue la tête, si elle bouge les lèvres sans produire de son ou parle d’une voix modulée, si elle communique avec des  signes, si elle vous présente un carnet et un crayon. Les personnes sourdes ou malentendantes peuvent souvent lire sur les  lèvres (lecture labiale).</a:t>
            </a:r>
            <a:endParaRPr/>
          </a:p>
        </p:txBody>
      </p:sp>
      <p:sp>
        <p:nvSpPr>
          <p:cNvPr id="91" name="Google Shape;91;p4"/>
          <p:cNvSpPr txBox="1"/>
          <p:nvPr>
            <p:ph idx="1" type="body"/>
          </p:nvPr>
        </p:nvSpPr>
        <p:spPr>
          <a:xfrm>
            <a:off x="361823" y="1516227"/>
            <a:ext cx="11468353" cy="3486785"/>
          </a:xfrm>
          <a:prstGeom prst="rect">
            <a:avLst/>
          </a:prstGeom>
          <a:noFill/>
          <a:ln>
            <a:noFill/>
          </a:ln>
        </p:spPr>
        <p:txBody>
          <a:bodyPr anchorCtr="0" anchor="t" bIns="0" lIns="0" spcFirstLastPara="1" rIns="0" wrap="square" tIns="88900">
            <a:spAutoFit/>
          </a:bodyPr>
          <a:lstStyle/>
          <a:p>
            <a:pPr indent="-287020" lvl="0" marL="5066030" rtl="0" algn="l">
              <a:lnSpc>
                <a:spcPct val="100000"/>
              </a:lnSpc>
              <a:spcBef>
                <a:spcPts val="0"/>
              </a:spcBef>
              <a:spcAft>
                <a:spcPts val="0"/>
              </a:spcAft>
              <a:buClr>
                <a:schemeClr val="dk1"/>
              </a:buClr>
              <a:buSzPts val="1700"/>
              <a:buFont typeface="Arial"/>
              <a:buChar char="•"/>
            </a:pPr>
            <a:r>
              <a:rPr lang="en-US"/>
              <a:t>Attirez doucement l’attention de la personne avant de lui parler</a:t>
            </a:r>
            <a:endParaRPr/>
          </a:p>
          <a:p>
            <a:pPr indent="-287020" lvl="0" marL="5066030" rtl="0" algn="l">
              <a:lnSpc>
                <a:spcPct val="100000"/>
              </a:lnSpc>
              <a:spcBef>
                <a:spcPts val="600"/>
              </a:spcBef>
              <a:spcAft>
                <a:spcPts val="0"/>
              </a:spcAft>
              <a:buClr>
                <a:schemeClr val="dk1"/>
              </a:buClr>
              <a:buSzPts val="1700"/>
              <a:buFont typeface="Arial"/>
              <a:buChar char="•"/>
            </a:pPr>
            <a:r>
              <a:rPr lang="en-US"/>
              <a:t>S’assurer que la personne vous regarde avant de parler (lecture labiale)</a:t>
            </a:r>
            <a:endParaRPr/>
          </a:p>
          <a:p>
            <a:pPr indent="-287020" lvl="0" marL="5066030" rtl="0" algn="l">
              <a:lnSpc>
                <a:spcPct val="100000"/>
              </a:lnSpc>
              <a:spcBef>
                <a:spcPts val="600"/>
              </a:spcBef>
              <a:spcAft>
                <a:spcPts val="0"/>
              </a:spcAft>
              <a:buClr>
                <a:schemeClr val="dk1"/>
              </a:buClr>
              <a:buSzPts val="1700"/>
              <a:buFont typeface="Arial"/>
              <a:buChar char="•"/>
            </a:pPr>
            <a:r>
              <a:rPr lang="en-US"/>
              <a:t>Choisir l’espace le plus calme et le mieux éclairé</a:t>
            </a:r>
            <a:endParaRPr/>
          </a:p>
          <a:p>
            <a:pPr indent="-287020" lvl="0" marL="5066030" rtl="0" algn="l">
              <a:lnSpc>
                <a:spcPct val="100000"/>
              </a:lnSpc>
              <a:spcBef>
                <a:spcPts val="605"/>
              </a:spcBef>
              <a:spcAft>
                <a:spcPts val="0"/>
              </a:spcAft>
              <a:buClr>
                <a:schemeClr val="dk1"/>
              </a:buClr>
              <a:buSzPts val="1700"/>
              <a:buFont typeface="Arial"/>
              <a:buChar char="•"/>
            </a:pPr>
            <a:r>
              <a:rPr lang="en-US"/>
              <a:t>Parler clairement, à un rythme modéré et en articulant</a:t>
            </a:r>
            <a:endParaRPr/>
          </a:p>
          <a:p>
            <a:pPr indent="-287020" lvl="0" marL="5066030" rtl="0" algn="l">
              <a:lnSpc>
                <a:spcPct val="100000"/>
              </a:lnSpc>
              <a:spcBef>
                <a:spcPts val="600"/>
              </a:spcBef>
              <a:spcAft>
                <a:spcPts val="0"/>
              </a:spcAft>
              <a:buClr>
                <a:schemeClr val="dk1"/>
              </a:buClr>
              <a:buSzPts val="1700"/>
              <a:buFont typeface="Arial"/>
              <a:buChar char="•"/>
            </a:pPr>
            <a:r>
              <a:rPr lang="en-US"/>
              <a:t>Faire des phrases courtes, avec des mots simples</a:t>
            </a:r>
            <a:endParaRPr/>
          </a:p>
          <a:p>
            <a:pPr indent="-287020" lvl="0" marL="5066030" marR="916305" rtl="0" algn="l">
              <a:lnSpc>
                <a:spcPct val="101200"/>
              </a:lnSpc>
              <a:spcBef>
                <a:spcPts val="555"/>
              </a:spcBef>
              <a:spcAft>
                <a:spcPts val="0"/>
              </a:spcAft>
              <a:buClr>
                <a:schemeClr val="dk1"/>
              </a:buClr>
              <a:buSzPts val="1700"/>
              <a:buFont typeface="Arial"/>
              <a:buChar char="•"/>
            </a:pPr>
            <a:r>
              <a:rPr lang="en-US"/>
              <a:t>Ne pas hésiter à accompagner ses paroles de gestes simples et  d’expressions du visage</a:t>
            </a:r>
            <a:endParaRPr/>
          </a:p>
          <a:p>
            <a:pPr indent="-287020" lvl="0" marL="5066030" rtl="0" algn="l">
              <a:lnSpc>
                <a:spcPct val="100000"/>
              </a:lnSpc>
              <a:spcBef>
                <a:spcPts val="600"/>
              </a:spcBef>
              <a:spcAft>
                <a:spcPts val="0"/>
              </a:spcAft>
              <a:buClr>
                <a:schemeClr val="dk1"/>
              </a:buClr>
              <a:buSzPts val="1700"/>
              <a:buFont typeface="Arial"/>
              <a:buChar char="•"/>
            </a:pPr>
            <a:r>
              <a:rPr lang="en-US"/>
              <a:t>S’assurer que la personne a bien compris</a:t>
            </a:r>
            <a:endParaRPr/>
          </a:p>
          <a:p>
            <a:pPr indent="-287020" lvl="0" marL="5066030" marR="5080" rtl="0" algn="l">
              <a:lnSpc>
                <a:spcPct val="100600"/>
              </a:lnSpc>
              <a:spcBef>
                <a:spcPts val="565"/>
              </a:spcBef>
              <a:spcAft>
                <a:spcPts val="0"/>
              </a:spcAft>
              <a:buClr>
                <a:schemeClr val="dk1"/>
              </a:buClr>
              <a:buSzPts val="1700"/>
              <a:buFont typeface="Arial"/>
              <a:buChar char="•"/>
            </a:pPr>
            <a:r>
              <a:rPr lang="en-US"/>
              <a:t>Ce qu’il faut éviter de faire : mettre la main devant la bouche, mâcher du  chewing-gum, crier, répéter plusieurs fois les mêmes mots, parler en  tournant le dos, s’énerver si on vous demande de répéter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5"/>
          <p:cNvSpPr txBox="1"/>
          <p:nvPr>
            <p:ph type="title"/>
          </p:nvPr>
        </p:nvSpPr>
        <p:spPr>
          <a:xfrm>
            <a:off x="260705" y="180543"/>
            <a:ext cx="5965190" cy="1012190"/>
          </a:xfrm>
          <a:prstGeom prst="rect">
            <a:avLst/>
          </a:prstGeom>
          <a:noFill/>
          <a:ln>
            <a:noFill/>
          </a:ln>
        </p:spPr>
        <p:txBody>
          <a:bodyPr anchorCtr="0" anchor="t" bIns="0" lIns="0" spcFirstLastPara="1" rIns="0" wrap="square" tIns="73025">
            <a:spAutoFit/>
          </a:bodyPr>
          <a:lstStyle/>
          <a:p>
            <a:pPr indent="-781050" lvl="0" marL="793115" marR="5080" rtl="0" algn="l">
              <a:lnSpc>
                <a:spcPct val="107941"/>
              </a:lnSpc>
              <a:spcBef>
                <a:spcPts val="0"/>
              </a:spcBef>
              <a:spcAft>
                <a:spcPts val="0"/>
              </a:spcAft>
              <a:buSzPts val="1400"/>
              <a:buNone/>
            </a:pPr>
            <a:r>
              <a:rPr lang="en-US" sz="3400">
                <a:solidFill>
                  <a:srgbClr val="FFFFFF"/>
                </a:solidFill>
              </a:rPr>
              <a:t>Communiquer avec une personne  handicapée visuellement</a:t>
            </a:r>
            <a:endParaRPr sz="3400"/>
          </a:p>
        </p:txBody>
      </p:sp>
      <p:grpSp>
        <p:nvGrpSpPr>
          <p:cNvPr id="97" name="Google Shape;97;p5"/>
          <p:cNvGrpSpPr/>
          <p:nvPr/>
        </p:nvGrpSpPr>
        <p:grpSpPr>
          <a:xfrm>
            <a:off x="5858255" y="381000"/>
            <a:ext cx="6334125" cy="6477000"/>
            <a:chOff x="5858255" y="381000"/>
            <a:chExt cx="6334125" cy="6477000"/>
          </a:xfrm>
        </p:grpSpPr>
        <p:sp>
          <p:nvSpPr>
            <p:cNvPr id="98" name="Google Shape;98;p5"/>
            <p:cNvSpPr/>
            <p:nvPr/>
          </p:nvSpPr>
          <p:spPr>
            <a:xfrm>
              <a:off x="5858255" y="381000"/>
              <a:ext cx="6334125" cy="6477000"/>
            </a:xfrm>
            <a:custGeom>
              <a:rect b="b" l="l" r="r" t="t"/>
              <a:pathLst>
                <a:path extrusionOk="0" h="6477000" w="6334125">
                  <a:moveTo>
                    <a:pt x="3561079" y="0"/>
                  </a:moveTo>
                  <a:lnTo>
                    <a:pt x="3512793" y="320"/>
                  </a:lnTo>
                  <a:lnTo>
                    <a:pt x="3464661" y="1280"/>
                  </a:lnTo>
                  <a:lnTo>
                    <a:pt x="3416687" y="2874"/>
                  </a:lnTo>
                  <a:lnTo>
                    <a:pt x="3368875" y="5099"/>
                  </a:lnTo>
                  <a:lnTo>
                    <a:pt x="3321230" y="7951"/>
                  </a:lnTo>
                  <a:lnTo>
                    <a:pt x="3273755" y="11425"/>
                  </a:lnTo>
                  <a:lnTo>
                    <a:pt x="3226454" y="15518"/>
                  </a:lnTo>
                  <a:lnTo>
                    <a:pt x="3179331" y="20225"/>
                  </a:lnTo>
                  <a:lnTo>
                    <a:pt x="3132391" y="25543"/>
                  </a:lnTo>
                  <a:lnTo>
                    <a:pt x="3085638" y="31467"/>
                  </a:lnTo>
                  <a:lnTo>
                    <a:pt x="3039074" y="37994"/>
                  </a:lnTo>
                  <a:lnTo>
                    <a:pt x="2992706" y="45119"/>
                  </a:lnTo>
                  <a:lnTo>
                    <a:pt x="2946536" y="52839"/>
                  </a:lnTo>
                  <a:lnTo>
                    <a:pt x="2900568" y="61148"/>
                  </a:lnTo>
                  <a:lnTo>
                    <a:pt x="2854807" y="70045"/>
                  </a:lnTo>
                  <a:lnTo>
                    <a:pt x="2809257" y="79523"/>
                  </a:lnTo>
                  <a:lnTo>
                    <a:pt x="2763922" y="89579"/>
                  </a:lnTo>
                  <a:lnTo>
                    <a:pt x="2718805" y="100210"/>
                  </a:lnTo>
                  <a:lnTo>
                    <a:pt x="2673911" y="111411"/>
                  </a:lnTo>
                  <a:lnTo>
                    <a:pt x="2629244" y="123178"/>
                  </a:lnTo>
                  <a:lnTo>
                    <a:pt x="2584808" y="135507"/>
                  </a:lnTo>
                  <a:lnTo>
                    <a:pt x="2540607" y="148394"/>
                  </a:lnTo>
                  <a:lnTo>
                    <a:pt x="2496644" y="161835"/>
                  </a:lnTo>
                  <a:lnTo>
                    <a:pt x="2452925" y="175826"/>
                  </a:lnTo>
                  <a:lnTo>
                    <a:pt x="2409452" y="190362"/>
                  </a:lnTo>
                  <a:lnTo>
                    <a:pt x="2366231" y="205441"/>
                  </a:lnTo>
                  <a:lnTo>
                    <a:pt x="2323265" y="221057"/>
                  </a:lnTo>
                  <a:lnTo>
                    <a:pt x="2280558" y="237207"/>
                  </a:lnTo>
                  <a:lnTo>
                    <a:pt x="2238114" y="253887"/>
                  </a:lnTo>
                  <a:lnTo>
                    <a:pt x="2195937" y="271093"/>
                  </a:lnTo>
                  <a:lnTo>
                    <a:pt x="2154031" y="288820"/>
                  </a:lnTo>
                  <a:lnTo>
                    <a:pt x="2112401" y="307065"/>
                  </a:lnTo>
                  <a:lnTo>
                    <a:pt x="2071050" y="325824"/>
                  </a:lnTo>
                  <a:lnTo>
                    <a:pt x="2029982" y="345092"/>
                  </a:lnTo>
                  <a:lnTo>
                    <a:pt x="1989202" y="364865"/>
                  </a:lnTo>
                  <a:lnTo>
                    <a:pt x="1948714" y="385140"/>
                  </a:lnTo>
                  <a:lnTo>
                    <a:pt x="1908520" y="405912"/>
                  </a:lnTo>
                  <a:lnTo>
                    <a:pt x="1868626" y="427178"/>
                  </a:lnTo>
                  <a:lnTo>
                    <a:pt x="1829036" y="448933"/>
                  </a:lnTo>
                  <a:lnTo>
                    <a:pt x="1789753" y="471174"/>
                  </a:lnTo>
                  <a:lnTo>
                    <a:pt x="1750782" y="493896"/>
                  </a:lnTo>
                  <a:lnTo>
                    <a:pt x="1712127" y="517094"/>
                  </a:lnTo>
                  <a:lnTo>
                    <a:pt x="1673791" y="540767"/>
                  </a:lnTo>
                  <a:lnTo>
                    <a:pt x="1635779" y="564908"/>
                  </a:lnTo>
                  <a:lnTo>
                    <a:pt x="1598095" y="589514"/>
                  </a:lnTo>
                  <a:lnTo>
                    <a:pt x="1560743" y="614582"/>
                  </a:lnTo>
                  <a:lnTo>
                    <a:pt x="1523726" y="640106"/>
                  </a:lnTo>
                  <a:lnTo>
                    <a:pt x="1487049" y="666084"/>
                  </a:lnTo>
                  <a:lnTo>
                    <a:pt x="1450717" y="692510"/>
                  </a:lnTo>
                  <a:lnTo>
                    <a:pt x="1414732" y="719382"/>
                  </a:lnTo>
                  <a:lnTo>
                    <a:pt x="1379099" y="746694"/>
                  </a:lnTo>
                  <a:lnTo>
                    <a:pt x="1343822" y="774443"/>
                  </a:lnTo>
                  <a:lnTo>
                    <a:pt x="1308905" y="802625"/>
                  </a:lnTo>
                  <a:lnTo>
                    <a:pt x="1274353" y="831236"/>
                  </a:lnTo>
                  <a:lnTo>
                    <a:pt x="1240168" y="860271"/>
                  </a:lnTo>
                  <a:lnTo>
                    <a:pt x="1206356" y="889728"/>
                  </a:lnTo>
                  <a:lnTo>
                    <a:pt x="1172920" y="919600"/>
                  </a:lnTo>
                  <a:lnTo>
                    <a:pt x="1139864" y="949886"/>
                  </a:lnTo>
                  <a:lnTo>
                    <a:pt x="1107193" y="980580"/>
                  </a:lnTo>
                  <a:lnTo>
                    <a:pt x="1074910" y="1011678"/>
                  </a:lnTo>
                  <a:lnTo>
                    <a:pt x="1043019" y="1043178"/>
                  </a:lnTo>
                  <a:lnTo>
                    <a:pt x="1011524" y="1075073"/>
                  </a:lnTo>
                  <a:lnTo>
                    <a:pt x="980430" y="1107361"/>
                  </a:lnTo>
                  <a:lnTo>
                    <a:pt x="949741" y="1140037"/>
                  </a:lnTo>
                  <a:lnTo>
                    <a:pt x="919460" y="1173098"/>
                  </a:lnTo>
                  <a:lnTo>
                    <a:pt x="889592" y="1206539"/>
                  </a:lnTo>
                  <a:lnTo>
                    <a:pt x="860140" y="1240356"/>
                  </a:lnTo>
                  <a:lnTo>
                    <a:pt x="831109" y="1274546"/>
                  </a:lnTo>
                  <a:lnTo>
                    <a:pt x="802502" y="1309103"/>
                  </a:lnTo>
                  <a:lnTo>
                    <a:pt x="774325" y="1344025"/>
                  </a:lnTo>
                  <a:lnTo>
                    <a:pt x="746580" y="1379307"/>
                  </a:lnTo>
                  <a:lnTo>
                    <a:pt x="719271" y="1414945"/>
                  </a:lnTo>
                  <a:lnTo>
                    <a:pt x="692404" y="1450935"/>
                  </a:lnTo>
                  <a:lnTo>
                    <a:pt x="665981" y="1487273"/>
                  </a:lnTo>
                  <a:lnTo>
                    <a:pt x="640008" y="1523955"/>
                  </a:lnTo>
                  <a:lnTo>
                    <a:pt x="614487" y="1560977"/>
                  </a:lnTo>
                  <a:lnTo>
                    <a:pt x="589423" y="1598335"/>
                  </a:lnTo>
                  <a:lnTo>
                    <a:pt x="564821" y="1636024"/>
                  </a:lnTo>
                  <a:lnTo>
                    <a:pt x="540683" y="1674042"/>
                  </a:lnTo>
                  <a:lnTo>
                    <a:pt x="517015" y="1712383"/>
                  </a:lnTo>
                  <a:lnTo>
                    <a:pt x="493819" y="1751044"/>
                  </a:lnTo>
                  <a:lnTo>
                    <a:pt x="471101" y="1790021"/>
                  </a:lnTo>
                  <a:lnTo>
                    <a:pt x="448864" y="1829309"/>
                  </a:lnTo>
                  <a:lnTo>
                    <a:pt x="427112" y="1868905"/>
                  </a:lnTo>
                  <a:lnTo>
                    <a:pt x="405849" y="1908804"/>
                  </a:lnTo>
                  <a:lnTo>
                    <a:pt x="385080" y="1949003"/>
                  </a:lnTo>
                  <a:lnTo>
                    <a:pt x="364808" y="1989498"/>
                  </a:lnTo>
                  <a:lnTo>
                    <a:pt x="345038" y="2030284"/>
                  </a:lnTo>
                  <a:lnTo>
                    <a:pt x="325773" y="2071357"/>
                  </a:lnTo>
                  <a:lnTo>
                    <a:pt x="307017" y="2112714"/>
                  </a:lnTo>
                  <a:lnTo>
                    <a:pt x="288775" y="2154350"/>
                  </a:lnTo>
                  <a:lnTo>
                    <a:pt x="271051" y="2196261"/>
                  </a:lnTo>
                  <a:lnTo>
                    <a:pt x="253848" y="2238444"/>
                  </a:lnTo>
                  <a:lnTo>
                    <a:pt x="237170" y="2280894"/>
                  </a:lnTo>
                  <a:lnTo>
                    <a:pt x="221023" y="2323607"/>
                  </a:lnTo>
                  <a:lnTo>
                    <a:pt x="205409" y="2366579"/>
                  </a:lnTo>
                  <a:lnTo>
                    <a:pt x="190332" y="2409806"/>
                  </a:lnTo>
                  <a:lnTo>
                    <a:pt x="175798" y="2453285"/>
                  </a:lnTo>
                  <a:lnTo>
                    <a:pt x="161809" y="2497010"/>
                  </a:lnTo>
                  <a:lnTo>
                    <a:pt x="148370" y="2540979"/>
                  </a:lnTo>
                  <a:lnTo>
                    <a:pt x="135486" y="2585186"/>
                  </a:lnTo>
                  <a:lnTo>
                    <a:pt x="123159" y="2629628"/>
                  </a:lnTo>
                  <a:lnTo>
                    <a:pt x="111393" y="2674302"/>
                  </a:lnTo>
                  <a:lnTo>
                    <a:pt x="100194" y="2719202"/>
                  </a:lnTo>
                  <a:lnTo>
                    <a:pt x="89565" y="2764324"/>
                  </a:lnTo>
                  <a:lnTo>
                    <a:pt x="79510" y="2809666"/>
                  </a:lnTo>
                  <a:lnTo>
                    <a:pt x="70034" y="2855222"/>
                  </a:lnTo>
                  <a:lnTo>
                    <a:pt x="61139" y="2900989"/>
                  </a:lnTo>
                  <a:lnTo>
                    <a:pt x="52830" y="2946963"/>
                  </a:lnTo>
                  <a:lnTo>
                    <a:pt x="45112" y="2993139"/>
                  </a:lnTo>
                  <a:lnTo>
                    <a:pt x="37988" y="3039514"/>
                  </a:lnTo>
                  <a:lnTo>
                    <a:pt x="31462" y="3086083"/>
                  </a:lnTo>
                  <a:lnTo>
                    <a:pt x="25539" y="3132843"/>
                  </a:lnTo>
                  <a:lnTo>
                    <a:pt x="20222" y="3179789"/>
                  </a:lnTo>
                  <a:lnTo>
                    <a:pt x="15515" y="3226918"/>
                  </a:lnTo>
                  <a:lnTo>
                    <a:pt x="11423" y="3274225"/>
                  </a:lnTo>
                  <a:lnTo>
                    <a:pt x="7949" y="3321707"/>
                  </a:lnTo>
                  <a:lnTo>
                    <a:pt x="5098" y="3369358"/>
                  </a:lnTo>
                  <a:lnTo>
                    <a:pt x="2874" y="3417176"/>
                  </a:lnTo>
                  <a:lnTo>
                    <a:pt x="1280" y="3465157"/>
                  </a:lnTo>
                  <a:lnTo>
                    <a:pt x="320" y="3513295"/>
                  </a:lnTo>
                  <a:lnTo>
                    <a:pt x="0" y="3561588"/>
                  </a:lnTo>
                  <a:lnTo>
                    <a:pt x="368" y="3613364"/>
                  </a:lnTo>
                  <a:lnTo>
                    <a:pt x="1471" y="3664963"/>
                  </a:lnTo>
                  <a:lnTo>
                    <a:pt x="3302" y="3716379"/>
                  </a:lnTo>
                  <a:lnTo>
                    <a:pt x="5858" y="3767608"/>
                  </a:lnTo>
                  <a:lnTo>
                    <a:pt x="9132" y="3818645"/>
                  </a:lnTo>
                  <a:lnTo>
                    <a:pt x="13121" y="3869484"/>
                  </a:lnTo>
                  <a:lnTo>
                    <a:pt x="17819" y="3920120"/>
                  </a:lnTo>
                  <a:lnTo>
                    <a:pt x="23221" y="3970549"/>
                  </a:lnTo>
                  <a:lnTo>
                    <a:pt x="29322" y="4020766"/>
                  </a:lnTo>
                  <a:lnTo>
                    <a:pt x="36117" y="4070765"/>
                  </a:lnTo>
                  <a:lnTo>
                    <a:pt x="43601" y="4120542"/>
                  </a:lnTo>
                  <a:lnTo>
                    <a:pt x="51769" y="4170092"/>
                  </a:lnTo>
                  <a:lnTo>
                    <a:pt x="60617" y="4219409"/>
                  </a:lnTo>
                  <a:lnTo>
                    <a:pt x="70139" y="4268489"/>
                  </a:lnTo>
                  <a:lnTo>
                    <a:pt x="80330" y="4317327"/>
                  </a:lnTo>
                  <a:lnTo>
                    <a:pt x="91186" y="4365918"/>
                  </a:lnTo>
                  <a:lnTo>
                    <a:pt x="102700" y="4414256"/>
                  </a:lnTo>
                  <a:lnTo>
                    <a:pt x="114869" y="4462337"/>
                  </a:lnTo>
                  <a:lnTo>
                    <a:pt x="127688" y="4510156"/>
                  </a:lnTo>
                  <a:lnTo>
                    <a:pt x="141151" y="4557707"/>
                  </a:lnTo>
                  <a:lnTo>
                    <a:pt x="155253" y="4604987"/>
                  </a:lnTo>
                  <a:lnTo>
                    <a:pt x="169989" y="4651989"/>
                  </a:lnTo>
                  <a:lnTo>
                    <a:pt x="185356" y="4698709"/>
                  </a:lnTo>
                  <a:lnTo>
                    <a:pt x="201346" y="4745142"/>
                  </a:lnTo>
                  <a:lnTo>
                    <a:pt x="217956" y="4791283"/>
                  </a:lnTo>
                  <a:lnTo>
                    <a:pt x="235181" y="4837127"/>
                  </a:lnTo>
                  <a:lnTo>
                    <a:pt x="253015" y="4882669"/>
                  </a:lnTo>
                  <a:lnTo>
                    <a:pt x="271454" y="4927904"/>
                  </a:lnTo>
                  <a:lnTo>
                    <a:pt x="290492" y="4972827"/>
                  </a:lnTo>
                  <a:lnTo>
                    <a:pt x="310125" y="5017433"/>
                  </a:lnTo>
                  <a:lnTo>
                    <a:pt x="330347" y="5061717"/>
                  </a:lnTo>
                  <a:lnTo>
                    <a:pt x="351155" y="5105674"/>
                  </a:lnTo>
                  <a:lnTo>
                    <a:pt x="372541" y="5149299"/>
                  </a:lnTo>
                  <a:lnTo>
                    <a:pt x="394503" y="5192588"/>
                  </a:lnTo>
                  <a:lnTo>
                    <a:pt x="417034" y="5235534"/>
                  </a:lnTo>
                  <a:lnTo>
                    <a:pt x="440130" y="5278133"/>
                  </a:lnTo>
                  <a:lnTo>
                    <a:pt x="463786" y="5320381"/>
                  </a:lnTo>
                  <a:lnTo>
                    <a:pt x="487997" y="5362272"/>
                  </a:lnTo>
                  <a:lnTo>
                    <a:pt x="512757" y="5403801"/>
                  </a:lnTo>
                  <a:lnTo>
                    <a:pt x="538063" y="5444963"/>
                  </a:lnTo>
                  <a:lnTo>
                    <a:pt x="563908" y="5485754"/>
                  </a:lnTo>
                  <a:lnTo>
                    <a:pt x="590288" y="5526168"/>
                  </a:lnTo>
                  <a:lnTo>
                    <a:pt x="617198" y="5566200"/>
                  </a:lnTo>
                  <a:lnTo>
                    <a:pt x="644633" y="5605845"/>
                  </a:lnTo>
                  <a:lnTo>
                    <a:pt x="672588" y="5645099"/>
                  </a:lnTo>
                  <a:lnTo>
                    <a:pt x="701058" y="5683956"/>
                  </a:lnTo>
                  <a:lnTo>
                    <a:pt x="730038" y="5722412"/>
                  </a:lnTo>
                  <a:lnTo>
                    <a:pt x="759523" y="5760461"/>
                  </a:lnTo>
                  <a:lnTo>
                    <a:pt x="789508" y="5798098"/>
                  </a:lnTo>
                  <a:lnTo>
                    <a:pt x="819988" y="5835319"/>
                  </a:lnTo>
                  <a:lnTo>
                    <a:pt x="850958" y="5872118"/>
                  </a:lnTo>
                  <a:lnTo>
                    <a:pt x="882414" y="5908490"/>
                  </a:lnTo>
                  <a:lnTo>
                    <a:pt x="914349" y="5944431"/>
                  </a:lnTo>
                  <a:lnTo>
                    <a:pt x="946760" y="5979936"/>
                  </a:lnTo>
                  <a:lnTo>
                    <a:pt x="979641" y="6014999"/>
                  </a:lnTo>
                  <a:lnTo>
                    <a:pt x="1012987" y="6049616"/>
                  </a:lnTo>
                  <a:lnTo>
                    <a:pt x="1046794" y="6083781"/>
                  </a:lnTo>
                  <a:lnTo>
                    <a:pt x="1081055" y="6117490"/>
                  </a:lnTo>
                  <a:lnTo>
                    <a:pt x="1115767" y="6150738"/>
                  </a:lnTo>
                  <a:lnTo>
                    <a:pt x="1150925" y="6183519"/>
                  </a:lnTo>
                  <a:lnTo>
                    <a:pt x="1186522" y="6215829"/>
                  </a:lnTo>
                  <a:lnTo>
                    <a:pt x="1222555" y="6247662"/>
                  </a:lnTo>
                  <a:lnTo>
                    <a:pt x="1259019" y="6279014"/>
                  </a:lnTo>
                  <a:lnTo>
                    <a:pt x="1295908" y="6309880"/>
                  </a:lnTo>
                  <a:lnTo>
                    <a:pt x="1519301" y="6476999"/>
                  </a:lnTo>
                  <a:lnTo>
                    <a:pt x="5606923" y="6476999"/>
                  </a:lnTo>
                  <a:lnTo>
                    <a:pt x="5759577" y="6363538"/>
                  </a:lnTo>
                  <a:lnTo>
                    <a:pt x="5799702" y="6331532"/>
                  </a:lnTo>
                  <a:lnTo>
                    <a:pt x="5839355" y="6298964"/>
                  </a:lnTo>
                  <a:lnTo>
                    <a:pt x="5878528" y="6265838"/>
                  </a:lnTo>
                  <a:lnTo>
                    <a:pt x="5917215" y="6232162"/>
                  </a:lnTo>
                  <a:lnTo>
                    <a:pt x="5955410" y="6197941"/>
                  </a:lnTo>
                  <a:lnTo>
                    <a:pt x="5993108" y="6163181"/>
                  </a:lnTo>
                  <a:lnTo>
                    <a:pt x="6030302" y="6127888"/>
                  </a:lnTo>
                  <a:lnTo>
                    <a:pt x="6066986" y="6092069"/>
                  </a:lnTo>
                  <a:lnTo>
                    <a:pt x="6103153" y="6055729"/>
                  </a:lnTo>
                  <a:lnTo>
                    <a:pt x="6138799" y="6018874"/>
                  </a:lnTo>
                  <a:lnTo>
                    <a:pt x="6173916" y="5981510"/>
                  </a:lnTo>
                  <a:lnTo>
                    <a:pt x="6208498" y="5943644"/>
                  </a:lnTo>
                  <a:lnTo>
                    <a:pt x="6242540" y="5905281"/>
                  </a:lnTo>
                  <a:lnTo>
                    <a:pt x="6276036" y="5866428"/>
                  </a:lnTo>
                  <a:lnTo>
                    <a:pt x="6308979" y="5827090"/>
                  </a:lnTo>
                  <a:lnTo>
                    <a:pt x="6333744" y="5793917"/>
                  </a:lnTo>
                  <a:lnTo>
                    <a:pt x="6333744" y="1329309"/>
                  </a:lnTo>
                  <a:lnTo>
                    <a:pt x="6308979" y="1296035"/>
                  </a:lnTo>
                  <a:lnTo>
                    <a:pt x="6278117" y="1259146"/>
                  </a:lnTo>
                  <a:lnTo>
                    <a:pt x="6246769" y="1222682"/>
                  </a:lnTo>
                  <a:lnTo>
                    <a:pt x="6214940" y="1186648"/>
                  </a:lnTo>
                  <a:lnTo>
                    <a:pt x="6182635" y="1151050"/>
                  </a:lnTo>
                  <a:lnTo>
                    <a:pt x="6149858" y="1115892"/>
                  </a:lnTo>
                  <a:lnTo>
                    <a:pt x="6116616" y="1081179"/>
                  </a:lnTo>
                  <a:lnTo>
                    <a:pt x="6082912" y="1046916"/>
                  </a:lnTo>
                  <a:lnTo>
                    <a:pt x="6048752" y="1013109"/>
                  </a:lnTo>
                  <a:lnTo>
                    <a:pt x="6014140" y="979761"/>
                  </a:lnTo>
                  <a:lnTo>
                    <a:pt x="5979082" y="946879"/>
                  </a:lnTo>
                  <a:lnTo>
                    <a:pt x="5943583" y="914466"/>
                  </a:lnTo>
                  <a:lnTo>
                    <a:pt x="5907647" y="882529"/>
                  </a:lnTo>
                  <a:lnTo>
                    <a:pt x="5871280" y="851072"/>
                  </a:lnTo>
                  <a:lnTo>
                    <a:pt x="5834486" y="820100"/>
                  </a:lnTo>
                  <a:lnTo>
                    <a:pt x="5797271" y="789617"/>
                  </a:lnTo>
                  <a:lnTo>
                    <a:pt x="5759640" y="759630"/>
                  </a:lnTo>
                  <a:lnTo>
                    <a:pt x="5721597" y="730143"/>
                  </a:lnTo>
                  <a:lnTo>
                    <a:pt x="5683147" y="701161"/>
                  </a:lnTo>
                  <a:lnTo>
                    <a:pt x="5644296" y="672688"/>
                  </a:lnTo>
                  <a:lnTo>
                    <a:pt x="5605049" y="644731"/>
                  </a:lnTo>
                  <a:lnTo>
                    <a:pt x="5565409" y="617293"/>
                  </a:lnTo>
                  <a:lnTo>
                    <a:pt x="5525384" y="590380"/>
                  </a:lnTo>
                  <a:lnTo>
                    <a:pt x="5484976" y="563998"/>
                  </a:lnTo>
                  <a:lnTo>
                    <a:pt x="5444192" y="538150"/>
                  </a:lnTo>
                  <a:lnTo>
                    <a:pt x="5403036" y="512841"/>
                  </a:lnTo>
                  <a:lnTo>
                    <a:pt x="5361513" y="488078"/>
                  </a:lnTo>
                  <a:lnTo>
                    <a:pt x="5319629" y="463865"/>
                  </a:lnTo>
                  <a:lnTo>
                    <a:pt x="5277388" y="440206"/>
                  </a:lnTo>
                  <a:lnTo>
                    <a:pt x="5234795" y="417107"/>
                  </a:lnTo>
                  <a:lnTo>
                    <a:pt x="5191855" y="394572"/>
                  </a:lnTo>
                  <a:lnTo>
                    <a:pt x="5148573" y="372608"/>
                  </a:lnTo>
                  <a:lnTo>
                    <a:pt x="5104955" y="351218"/>
                  </a:lnTo>
                  <a:lnTo>
                    <a:pt x="5061005" y="330408"/>
                  </a:lnTo>
                  <a:lnTo>
                    <a:pt x="5016727" y="310182"/>
                  </a:lnTo>
                  <a:lnTo>
                    <a:pt x="4972128" y="290546"/>
                  </a:lnTo>
                  <a:lnTo>
                    <a:pt x="4927212" y="271505"/>
                  </a:lnTo>
                  <a:lnTo>
                    <a:pt x="4881984" y="253064"/>
                  </a:lnTo>
                  <a:lnTo>
                    <a:pt x="4836449" y="235227"/>
                  </a:lnTo>
                  <a:lnTo>
                    <a:pt x="4790612" y="217999"/>
                  </a:lnTo>
                  <a:lnTo>
                    <a:pt x="4744477" y="201386"/>
                  </a:lnTo>
                  <a:lnTo>
                    <a:pt x="4698051" y="185393"/>
                  </a:lnTo>
                  <a:lnTo>
                    <a:pt x="4651338" y="170024"/>
                  </a:lnTo>
                  <a:lnTo>
                    <a:pt x="4604342" y="155285"/>
                  </a:lnTo>
                  <a:lnTo>
                    <a:pt x="4557070" y="141180"/>
                  </a:lnTo>
                  <a:lnTo>
                    <a:pt x="4509525" y="127715"/>
                  </a:lnTo>
                  <a:lnTo>
                    <a:pt x="4461713" y="114894"/>
                  </a:lnTo>
                  <a:lnTo>
                    <a:pt x="4413638" y="102722"/>
                  </a:lnTo>
                  <a:lnTo>
                    <a:pt x="4365307" y="91205"/>
                  </a:lnTo>
                  <a:lnTo>
                    <a:pt x="4316723" y="80348"/>
                  </a:lnTo>
                  <a:lnTo>
                    <a:pt x="4267892" y="70154"/>
                  </a:lnTo>
                  <a:lnTo>
                    <a:pt x="4218819" y="60631"/>
                  </a:lnTo>
                  <a:lnTo>
                    <a:pt x="4169508" y="51781"/>
                  </a:lnTo>
                  <a:lnTo>
                    <a:pt x="4119965" y="43611"/>
                  </a:lnTo>
                  <a:lnTo>
                    <a:pt x="4070195" y="36125"/>
                  </a:lnTo>
                  <a:lnTo>
                    <a:pt x="4020202" y="29328"/>
                  </a:lnTo>
                  <a:lnTo>
                    <a:pt x="3969992" y="23226"/>
                  </a:lnTo>
                  <a:lnTo>
                    <a:pt x="3919569" y="17823"/>
                  </a:lnTo>
                  <a:lnTo>
                    <a:pt x="3868939" y="13124"/>
                  </a:lnTo>
                  <a:lnTo>
                    <a:pt x="3818106" y="9135"/>
                  </a:lnTo>
                  <a:lnTo>
                    <a:pt x="3767076" y="5859"/>
                  </a:lnTo>
                  <a:lnTo>
                    <a:pt x="3715853" y="3303"/>
                  </a:lnTo>
                  <a:lnTo>
                    <a:pt x="3664443" y="1471"/>
                  </a:lnTo>
                  <a:lnTo>
                    <a:pt x="3612850" y="368"/>
                  </a:lnTo>
                  <a:lnTo>
                    <a:pt x="3561079" y="0"/>
                  </a:lnTo>
                  <a:close/>
                </a:path>
              </a:pathLst>
            </a:custGeom>
            <a:solidFill>
              <a:srgbClr val="FFFFFF">
                <a:alpha val="76078"/>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99" name="Google Shape;99;p5"/>
            <p:cNvPicPr preferRelativeResize="0"/>
            <p:nvPr/>
          </p:nvPicPr>
          <p:blipFill rotWithShape="1">
            <a:blip r:embed="rId3">
              <a:alphaModFix/>
            </a:blip>
            <a:srcRect b="0" l="0" r="0" t="0"/>
            <a:stretch/>
          </p:blipFill>
          <p:spPr>
            <a:xfrm>
              <a:off x="6019799" y="546096"/>
              <a:ext cx="6172200" cy="6311900"/>
            </a:xfrm>
            <a:prstGeom prst="rect">
              <a:avLst/>
            </a:prstGeom>
            <a:noFill/>
            <a:ln>
              <a:noFill/>
            </a:ln>
          </p:spPr>
        </p:pic>
      </p:grpSp>
      <p:sp>
        <p:nvSpPr>
          <p:cNvPr id="100" name="Google Shape;100;p5"/>
          <p:cNvSpPr txBox="1"/>
          <p:nvPr/>
        </p:nvSpPr>
        <p:spPr>
          <a:xfrm>
            <a:off x="236016" y="1537842"/>
            <a:ext cx="5714365" cy="491871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Calibri"/>
                <a:ea typeface="Calibri"/>
                <a:cs typeface="Calibri"/>
                <a:sym typeface="Calibri"/>
              </a:rPr>
              <a:t>La communication visuelle n’étant plus possible ou réduite, il</a:t>
            </a:r>
            <a:endParaRPr b="0" i="0" sz="1800" u="none" cap="none" strike="noStrike">
              <a:solidFill>
                <a:srgbClr val="000000"/>
              </a:solidFill>
              <a:latin typeface="Calibri"/>
              <a:ea typeface="Calibri"/>
              <a:cs typeface="Calibri"/>
              <a:sym typeface="Calibri"/>
            </a:endParaRPr>
          </a:p>
          <a:p>
            <a:pPr indent="0" lvl="0" marL="12700" marR="0" rtl="0" algn="l">
              <a:lnSpc>
                <a:spcPct val="100000"/>
              </a:lnSpc>
              <a:spcBef>
                <a:spcPts val="20"/>
              </a:spcBef>
              <a:spcAft>
                <a:spcPts val="0"/>
              </a:spcAft>
              <a:buClr>
                <a:srgbClr val="000000"/>
              </a:buClr>
              <a:buSzPts val="1800"/>
              <a:buFont typeface="Arial"/>
              <a:buNone/>
            </a:pPr>
            <a:r>
              <a:rPr b="0" i="0" lang="en-US" sz="1800" u="none" cap="none" strike="noStrike">
                <a:solidFill>
                  <a:srgbClr val="FFFFFF"/>
                </a:solidFill>
                <a:latin typeface="Calibri"/>
                <a:ea typeface="Calibri"/>
                <a:cs typeface="Calibri"/>
                <a:sym typeface="Calibri"/>
              </a:rPr>
              <a:t>faut leur parler.</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Calibri"/>
              <a:ea typeface="Calibri"/>
              <a:cs typeface="Calibri"/>
              <a:sym typeface="Calibri"/>
            </a:endParaRPr>
          </a:p>
          <a:p>
            <a:pPr indent="-287020" lvl="0" marL="587375" marR="805815" rtl="0" algn="l">
              <a:lnSpc>
                <a:spcPct val="101299"/>
              </a:lnSpc>
              <a:spcBef>
                <a:spcPts val="5"/>
              </a:spcBef>
              <a:spcAft>
                <a:spcPts val="0"/>
              </a:spcAft>
              <a:buClr>
                <a:srgbClr val="FFFFFF"/>
              </a:buClr>
              <a:buSzPts val="1600"/>
              <a:buFont typeface="Arial"/>
              <a:buChar char="•"/>
            </a:pPr>
            <a:r>
              <a:rPr b="0" i="0" lang="en-US" sz="1600" u="none" cap="none" strike="noStrike">
                <a:solidFill>
                  <a:srgbClr val="FFFFFF"/>
                </a:solidFill>
                <a:latin typeface="Calibri"/>
                <a:ea typeface="Calibri"/>
                <a:cs typeface="Calibri"/>
                <a:sym typeface="Calibri"/>
              </a:rPr>
              <a:t>Ne sachant pas qui s’adresse à elle, se présenter à la  personne non-voyante</a:t>
            </a:r>
            <a:endParaRPr b="0" i="0" sz="1600" u="none" cap="none" strike="noStrike">
              <a:solidFill>
                <a:srgbClr val="000000"/>
              </a:solidFill>
              <a:latin typeface="Calibri"/>
              <a:ea typeface="Calibri"/>
              <a:cs typeface="Calibri"/>
              <a:sym typeface="Calibri"/>
            </a:endParaRPr>
          </a:p>
          <a:p>
            <a:pPr indent="-287020" lvl="0" marL="587375" marR="473075" rtl="0" algn="l">
              <a:lnSpc>
                <a:spcPct val="101299"/>
              </a:lnSpc>
              <a:spcBef>
                <a:spcPts val="550"/>
              </a:spcBef>
              <a:spcAft>
                <a:spcPts val="0"/>
              </a:spcAft>
              <a:buClr>
                <a:srgbClr val="FFFFFF"/>
              </a:buClr>
              <a:buSzPts val="1600"/>
              <a:buFont typeface="Arial"/>
              <a:buChar char="•"/>
            </a:pPr>
            <a:r>
              <a:rPr b="0" i="0" lang="en-US" sz="1600" u="none" cap="none" strike="noStrike">
                <a:solidFill>
                  <a:srgbClr val="FFFFFF"/>
                </a:solidFill>
                <a:latin typeface="Calibri"/>
                <a:ea typeface="Calibri"/>
                <a:cs typeface="Calibri"/>
                <a:sym typeface="Calibri"/>
              </a:rPr>
              <a:t>Si la personne non-voyante est accompagnée d’un chien  guide, ne pas déranger l’animal qui travaille</a:t>
            </a:r>
            <a:endParaRPr b="0" i="0" sz="1600" u="none" cap="none" strike="noStrike">
              <a:solidFill>
                <a:srgbClr val="000000"/>
              </a:solidFill>
              <a:latin typeface="Calibri"/>
              <a:ea typeface="Calibri"/>
              <a:cs typeface="Calibri"/>
              <a:sym typeface="Calibri"/>
            </a:endParaRPr>
          </a:p>
          <a:p>
            <a:pPr indent="-287020" lvl="0" marL="587375" marR="394970" rtl="0" algn="l">
              <a:lnSpc>
                <a:spcPct val="100400"/>
              </a:lnSpc>
              <a:spcBef>
                <a:spcPts val="570"/>
              </a:spcBef>
              <a:spcAft>
                <a:spcPts val="0"/>
              </a:spcAft>
              <a:buClr>
                <a:srgbClr val="FFFFFF"/>
              </a:buClr>
              <a:buSzPts val="1600"/>
              <a:buFont typeface="Arial"/>
              <a:buChar char="•"/>
            </a:pPr>
            <a:r>
              <a:rPr b="0" i="0" lang="en-US" sz="1600" u="none" cap="none" strike="noStrike">
                <a:solidFill>
                  <a:srgbClr val="FFFFFF"/>
                </a:solidFill>
                <a:latin typeface="Calibri"/>
                <a:ea typeface="Calibri"/>
                <a:cs typeface="Calibri"/>
                <a:sym typeface="Calibri"/>
              </a:rPr>
              <a:t>Dans le cas d’une aide pour le déplacement, se  positionner du côté opposé de la canne de guidage ou du  chien guide, tendre son bras, et marcher devant.  Annoncer les changements de direction, l’approche d’un  escalier, la présence d’obstacles à éviter…</a:t>
            </a:r>
            <a:endParaRPr b="0" i="0" sz="1600" u="none" cap="none" strike="noStrike">
              <a:solidFill>
                <a:srgbClr val="000000"/>
              </a:solidFill>
              <a:latin typeface="Calibri"/>
              <a:ea typeface="Calibri"/>
              <a:cs typeface="Calibri"/>
              <a:sym typeface="Calibri"/>
            </a:endParaRPr>
          </a:p>
          <a:p>
            <a:pPr indent="-287020" lvl="0" marL="587375" marR="0" rtl="0" algn="l">
              <a:lnSpc>
                <a:spcPct val="100000"/>
              </a:lnSpc>
              <a:spcBef>
                <a:spcPts val="575"/>
              </a:spcBef>
              <a:spcAft>
                <a:spcPts val="0"/>
              </a:spcAft>
              <a:buClr>
                <a:srgbClr val="FFFFFF"/>
              </a:buClr>
              <a:buSzPts val="1600"/>
              <a:buFont typeface="Arial"/>
              <a:buChar char="•"/>
            </a:pPr>
            <a:r>
              <a:rPr b="0" i="0" lang="en-US" sz="1600" u="none" cap="none" strike="noStrike">
                <a:solidFill>
                  <a:srgbClr val="FFFFFF"/>
                </a:solidFill>
                <a:latin typeface="Calibri"/>
                <a:ea typeface="Calibri"/>
                <a:cs typeface="Calibri"/>
                <a:sym typeface="Calibri"/>
              </a:rPr>
              <a:t>Ne pas dire « c’est par ici, c’est là-bas » qui ne signifient</a:t>
            </a:r>
            <a:endParaRPr b="0" i="0" sz="1600" u="none" cap="none" strike="noStrike">
              <a:solidFill>
                <a:srgbClr val="000000"/>
              </a:solidFill>
              <a:latin typeface="Calibri"/>
              <a:ea typeface="Calibri"/>
              <a:cs typeface="Calibri"/>
              <a:sym typeface="Calibri"/>
            </a:endParaRPr>
          </a:p>
          <a:p>
            <a:pPr indent="0" lvl="0" marL="587375" marR="0" rtl="0" algn="l">
              <a:lnSpc>
                <a:spcPct val="100000"/>
              </a:lnSpc>
              <a:spcBef>
                <a:spcPts val="30"/>
              </a:spcBef>
              <a:spcAft>
                <a:spcPts val="0"/>
              </a:spcAft>
              <a:buClr>
                <a:srgbClr val="000000"/>
              </a:buClr>
              <a:buSzPts val="1600"/>
              <a:buFont typeface="Arial"/>
              <a:buNone/>
            </a:pPr>
            <a:r>
              <a:rPr b="0" i="0" lang="en-US" sz="1600" u="none" cap="none" strike="noStrike">
                <a:solidFill>
                  <a:srgbClr val="FFFFFF"/>
                </a:solidFill>
                <a:latin typeface="Calibri"/>
                <a:ea typeface="Calibri"/>
                <a:cs typeface="Calibri"/>
                <a:sym typeface="Calibri"/>
              </a:rPr>
              <a:t>rien pour une personne non-voyante.</a:t>
            </a:r>
            <a:endParaRPr b="0" i="0" sz="1600" u="none" cap="none" strike="noStrike">
              <a:solidFill>
                <a:srgbClr val="000000"/>
              </a:solidFill>
              <a:latin typeface="Calibri"/>
              <a:ea typeface="Calibri"/>
              <a:cs typeface="Calibri"/>
              <a:sym typeface="Calibri"/>
            </a:endParaRPr>
          </a:p>
          <a:p>
            <a:pPr indent="-287020" lvl="0" marL="587375" marR="323850" rtl="0" algn="l">
              <a:lnSpc>
                <a:spcPct val="100699"/>
              </a:lnSpc>
              <a:spcBef>
                <a:spcPts val="560"/>
              </a:spcBef>
              <a:spcAft>
                <a:spcPts val="0"/>
              </a:spcAft>
              <a:buClr>
                <a:srgbClr val="FFFFFF"/>
              </a:buClr>
              <a:buSzPts val="1600"/>
              <a:buFont typeface="Arial"/>
              <a:buChar char="•"/>
            </a:pPr>
            <a:r>
              <a:rPr b="0" i="0" lang="en-US" sz="1600" u="none" cap="none" strike="noStrike">
                <a:solidFill>
                  <a:srgbClr val="FFFFFF"/>
                </a:solidFill>
                <a:latin typeface="Calibri"/>
                <a:ea typeface="Calibri"/>
                <a:cs typeface="Calibri"/>
                <a:sym typeface="Calibri"/>
              </a:rPr>
              <a:t>Ne pas dire « tenez » en tendant un prospectus par  exemple mais indiquer où il sera posé : « je pose le  dépliant devant vous, sur le bord de la banque d’accueil ».</a:t>
            </a:r>
            <a:endParaRPr b="0" i="0" sz="1600" u="none" cap="none" strike="noStrike">
              <a:solidFill>
                <a:srgbClr val="000000"/>
              </a:solidFill>
              <a:latin typeface="Calibri"/>
              <a:ea typeface="Calibri"/>
              <a:cs typeface="Calibri"/>
              <a:sym typeface="Calibri"/>
            </a:endParaRPr>
          </a:p>
          <a:p>
            <a:pPr indent="-287020" lvl="0" marL="587375" marR="0" rtl="0" algn="l">
              <a:lnSpc>
                <a:spcPct val="100000"/>
              </a:lnSpc>
              <a:spcBef>
                <a:spcPts val="600"/>
              </a:spcBef>
              <a:spcAft>
                <a:spcPts val="0"/>
              </a:spcAft>
              <a:buClr>
                <a:srgbClr val="FFFFFF"/>
              </a:buClr>
              <a:buSzPts val="1600"/>
              <a:buFont typeface="Arial"/>
              <a:buChar char="•"/>
            </a:pPr>
            <a:r>
              <a:rPr b="0" i="0" lang="en-US" sz="1600" u="none" cap="none" strike="noStrike">
                <a:solidFill>
                  <a:srgbClr val="FFFFFF"/>
                </a:solidFill>
                <a:latin typeface="Calibri"/>
                <a:ea typeface="Calibri"/>
                <a:cs typeface="Calibri"/>
                <a:sym typeface="Calibri"/>
              </a:rPr>
              <a:t>Prévenir la personne de son départ avant de la quitter</a:t>
            </a:r>
            <a:endParaRPr b="0" i="0" sz="1600" u="none" cap="none" strike="noStrike">
              <a:solidFill>
                <a:srgbClr val="00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4" name="Shape 104"/>
        <p:cNvGrpSpPr/>
        <p:nvPr/>
      </p:nvGrpSpPr>
      <p:grpSpPr>
        <a:xfrm>
          <a:off x="0" y="0"/>
          <a:ext cx="0" cy="0"/>
          <a:chOff x="0" y="0"/>
          <a:chExt cx="0" cy="0"/>
        </a:xfrm>
      </p:grpSpPr>
      <p:pic>
        <p:nvPicPr>
          <p:cNvPr id="105" name="Google Shape;105;p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6" name="Google Shape;106;p6"/>
          <p:cNvSpPr txBox="1"/>
          <p:nvPr>
            <p:ph type="title"/>
          </p:nvPr>
        </p:nvSpPr>
        <p:spPr>
          <a:xfrm>
            <a:off x="560933" y="281178"/>
            <a:ext cx="4515485" cy="1222375"/>
          </a:xfrm>
          <a:prstGeom prst="rect">
            <a:avLst/>
          </a:prstGeom>
          <a:noFill/>
          <a:ln>
            <a:noFill/>
          </a:ln>
        </p:spPr>
        <p:txBody>
          <a:bodyPr anchorCtr="0" anchor="t" bIns="0" lIns="0" spcFirstLastPara="1" rIns="0" wrap="square" tIns="56500">
            <a:spAutoFit/>
          </a:bodyPr>
          <a:lstStyle/>
          <a:p>
            <a:pPr indent="0" lvl="0" marL="12700" marR="5080" rtl="0" algn="l">
              <a:lnSpc>
                <a:spcPct val="90000"/>
              </a:lnSpc>
              <a:spcBef>
                <a:spcPts val="0"/>
              </a:spcBef>
              <a:spcAft>
                <a:spcPts val="0"/>
              </a:spcAft>
              <a:buSzPts val="1400"/>
              <a:buNone/>
            </a:pPr>
            <a:r>
              <a:rPr b="1" lang="en-US" sz="2800">
                <a:latin typeface="Calibri"/>
                <a:ea typeface="Calibri"/>
                <a:cs typeface="Calibri"/>
                <a:sym typeface="Calibri"/>
              </a:rPr>
              <a:t>Communiquer avec une  personne handicapée mentale  ou psychique</a:t>
            </a:r>
            <a:endParaRPr sz="2800">
              <a:latin typeface="Calibri"/>
              <a:ea typeface="Calibri"/>
              <a:cs typeface="Calibri"/>
              <a:sym typeface="Calibri"/>
            </a:endParaRPr>
          </a:p>
        </p:txBody>
      </p:sp>
      <p:grpSp>
        <p:nvGrpSpPr>
          <p:cNvPr id="107" name="Google Shape;107;p6"/>
          <p:cNvGrpSpPr/>
          <p:nvPr/>
        </p:nvGrpSpPr>
        <p:grpSpPr>
          <a:xfrm>
            <a:off x="6726936" y="582168"/>
            <a:ext cx="5465445" cy="6276340"/>
            <a:chOff x="6726936" y="582168"/>
            <a:chExt cx="5465445" cy="6276340"/>
          </a:xfrm>
        </p:grpSpPr>
        <p:sp>
          <p:nvSpPr>
            <p:cNvPr id="108" name="Google Shape;108;p6"/>
            <p:cNvSpPr/>
            <p:nvPr/>
          </p:nvSpPr>
          <p:spPr>
            <a:xfrm>
              <a:off x="6726936" y="582168"/>
              <a:ext cx="5465445" cy="6276340"/>
            </a:xfrm>
            <a:custGeom>
              <a:rect b="b" l="l" r="r" t="t"/>
              <a:pathLst>
                <a:path extrusionOk="0" h="6276340" w="5465445">
                  <a:moveTo>
                    <a:pt x="3300095" y="0"/>
                  </a:moveTo>
                  <a:lnTo>
                    <a:pt x="3251789" y="346"/>
                  </a:lnTo>
                  <a:lnTo>
                    <a:pt x="3203651" y="1381"/>
                  </a:lnTo>
                  <a:lnTo>
                    <a:pt x="3155684" y="3102"/>
                  </a:lnTo>
                  <a:lnTo>
                    <a:pt x="3107894" y="5502"/>
                  </a:lnTo>
                  <a:lnTo>
                    <a:pt x="3060284" y="8578"/>
                  </a:lnTo>
                  <a:lnTo>
                    <a:pt x="3012861" y="12324"/>
                  </a:lnTo>
                  <a:lnTo>
                    <a:pt x="2965627" y="16736"/>
                  </a:lnTo>
                  <a:lnTo>
                    <a:pt x="2918589" y="21809"/>
                  </a:lnTo>
                  <a:lnTo>
                    <a:pt x="2871750" y="27538"/>
                  </a:lnTo>
                  <a:lnTo>
                    <a:pt x="2825116" y="33919"/>
                  </a:lnTo>
                  <a:lnTo>
                    <a:pt x="2778692" y="40948"/>
                  </a:lnTo>
                  <a:lnTo>
                    <a:pt x="2732481" y="48618"/>
                  </a:lnTo>
                  <a:lnTo>
                    <a:pt x="2686489" y="56926"/>
                  </a:lnTo>
                  <a:lnTo>
                    <a:pt x="2640720" y="65868"/>
                  </a:lnTo>
                  <a:lnTo>
                    <a:pt x="2595179" y="75437"/>
                  </a:lnTo>
                  <a:lnTo>
                    <a:pt x="2549871" y="85630"/>
                  </a:lnTo>
                  <a:lnTo>
                    <a:pt x="2504801" y="96441"/>
                  </a:lnTo>
                  <a:lnTo>
                    <a:pt x="2459972" y="107867"/>
                  </a:lnTo>
                  <a:lnTo>
                    <a:pt x="2415391" y="119902"/>
                  </a:lnTo>
                  <a:lnTo>
                    <a:pt x="2371061" y="132541"/>
                  </a:lnTo>
                  <a:lnTo>
                    <a:pt x="2326988" y="145781"/>
                  </a:lnTo>
                  <a:lnTo>
                    <a:pt x="2283175" y="159616"/>
                  </a:lnTo>
                  <a:lnTo>
                    <a:pt x="2239629" y="174041"/>
                  </a:lnTo>
                  <a:lnTo>
                    <a:pt x="2196352" y="189052"/>
                  </a:lnTo>
                  <a:lnTo>
                    <a:pt x="2153351" y="204645"/>
                  </a:lnTo>
                  <a:lnTo>
                    <a:pt x="2110630" y="220813"/>
                  </a:lnTo>
                  <a:lnTo>
                    <a:pt x="2068193" y="237554"/>
                  </a:lnTo>
                  <a:lnTo>
                    <a:pt x="2026046" y="254861"/>
                  </a:lnTo>
                  <a:lnTo>
                    <a:pt x="1984193" y="272731"/>
                  </a:lnTo>
                  <a:lnTo>
                    <a:pt x="1942638" y="291158"/>
                  </a:lnTo>
                  <a:lnTo>
                    <a:pt x="1901387" y="310138"/>
                  </a:lnTo>
                  <a:lnTo>
                    <a:pt x="1860444" y="329667"/>
                  </a:lnTo>
                  <a:lnTo>
                    <a:pt x="1819813" y="349738"/>
                  </a:lnTo>
                  <a:lnTo>
                    <a:pt x="1779501" y="370349"/>
                  </a:lnTo>
                  <a:lnTo>
                    <a:pt x="1739510" y="391494"/>
                  </a:lnTo>
                  <a:lnTo>
                    <a:pt x="1699847" y="413168"/>
                  </a:lnTo>
                  <a:lnTo>
                    <a:pt x="1660515" y="435366"/>
                  </a:lnTo>
                  <a:lnTo>
                    <a:pt x="1621519" y="458085"/>
                  </a:lnTo>
                  <a:lnTo>
                    <a:pt x="1582865" y="481318"/>
                  </a:lnTo>
                  <a:lnTo>
                    <a:pt x="1544556" y="505063"/>
                  </a:lnTo>
                  <a:lnTo>
                    <a:pt x="1506598" y="529313"/>
                  </a:lnTo>
                  <a:lnTo>
                    <a:pt x="1468995" y="554064"/>
                  </a:lnTo>
                  <a:lnTo>
                    <a:pt x="1431752" y="579312"/>
                  </a:lnTo>
                  <a:lnTo>
                    <a:pt x="1394874" y="605051"/>
                  </a:lnTo>
                  <a:lnTo>
                    <a:pt x="1358365" y="631277"/>
                  </a:lnTo>
                  <a:lnTo>
                    <a:pt x="1322230" y="657986"/>
                  </a:lnTo>
                  <a:lnTo>
                    <a:pt x="1286474" y="685172"/>
                  </a:lnTo>
                  <a:lnTo>
                    <a:pt x="1251101" y="712831"/>
                  </a:lnTo>
                  <a:lnTo>
                    <a:pt x="1216116" y="740958"/>
                  </a:lnTo>
                  <a:lnTo>
                    <a:pt x="1181525" y="769548"/>
                  </a:lnTo>
                  <a:lnTo>
                    <a:pt x="1147331" y="798598"/>
                  </a:lnTo>
                  <a:lnTo>
                    <a:pt x="1113539" y="828101"/>
                  </a:lnTo>
                  <a:lnTo>
                    <a:pt x="1080154" y="858054"/>
                  </a:lnTo>
                  <a:lnTo>
                    <a:pt x="1047181" y="888451"/>
                  </a:lnTo>
                  <a:lnTo>
                    <a:pt x="1014624" y="919288"/>
                  </a:lnTo>
                  <a:lnTo>
                    <a:pt x="982489" y="950560"/>
                  </a:lnTo>
                  <a:lnTo>
                    <a:pt x="950779" y="982263"/>
                  </a:lnTo>
                  <a:lnTo>
                    <a:pt x="919500" y="1014392"/>
                  </a:lnTo>
                  <a:lnTo>
                    <a:pt x="888656" y="1046942"/>
                  </a:lnTo>
                  <a:lnTo>
                    <a:pt x="858253" y="1079908"/>
                  </a:lnTo>
                  <a:lnTo>
                    <a:pt x="828294" y="1113286"/>
                  </a:lnTo>
                  <a:lnTo>
                    <a:pt x="798784" y="1147070"/>
                  </a:lnTo>
                  <a:lnTo>
                    <a:pt x="769728" y="1181257"/>
                  </a:lnTo>
                  <a:lnTo>
                    <a:pt x="741131" y="1215842"/>
                  </a:lnTo>
                  <a:lnTo>
                    <a:pt x="712998" y="1250819"/>
                  </a:lnTo>
                  <a:lnTo>
                    <a:pt x="685333" y="1286185"/>
                  </a:lnTo>
                  <a:lnTo>
                    <a:pt x="658141" y="1321934"/>
                  </a:lnTo>
                  <a:lnTo>
                    <a:pt x="631426" y="1358062"/>
                  </a:lnTo>
                  <a:lnTo>
                    <a:pt x="605194" y="1394563"/>
                  </a:lnTo>
                  <a:lnTo>
                    <a:pt x="579449" y="1431434"/>
                  </a:lnTo>
                  <a:lnTo>
                    <a:pt x="554196" y="1468670"/>
                  </a:lnTo>
                  <a:lnTo>
                    <a:pt x="529439" y="1506265"/>
                  </a:lnTo>
                  <a:lnTo>
                    <a:pt x="505183" y="1544216"/>
                  </a:lnTo>
                  <a:lnTo>
                    <a:pt x="481434" y="1582517"/>
                  </a:lnTo>
                  <a:lnTo>
                    <a:pt x="458195" y="1621164"/>
                  </a:lnTo>
                  <a:lnTo>
                    <a:pt x="435471" y="1660152"/>
                  </a:lnTo>
                  <a:lnTo>
                    <a:pt x="413267" y="1699477"/>
                  </a:lnTo>
                  <a:lnTo>
                    <a:pt x="391588" y="1739133"/>
                  </a:lnTo>
                  <a:lnTo>
                    <a:pt x="370439" y="1779116"/>
                  </a:lnTo>
                  <a:lnTo>
                    <a:pt x="349823" y="1819421"/>
                  </a:lnTo>
                  <a:lnTo>
                    <a:pt x="329747" y="1860044"/>
                  </a:lnTo>
                  <a:lnTo>
                    <a:pt x="310214" y="1900979"/>
                  </a:lnTo>
                  <a:lnTo>
                    <a:pt x="291229" y="1942223"/>
                  </a:lnTo>
                  <a:lnTo>
                    <a:pt x="272797" y="1983770"/>
                  </a:lnTo>
                  <a:lnTo>
                    <a:pt x="254924" y="2025616"/>
                  </a:lnTo>
                  <a:lnTo>
                    <a:pt x="237612" y="2067755"/>
                  </a:lnTo>
                  <a:lnTo>
                    <a:pt x="220868" y="2110184"/>
                  </a:lnTo>
                  <a:lnTo>
                    <a:pt x="204695" y="2152898"/>
                  </a:lnTo>
                  <a:lnTo>
                    <a:pt x="189099" y="2195891"/>
                  </a:lnTo>
                  <a:lnTo>
                    <a:pt x="174084" y="2239160"/>
                  </a:lnTo>
                  <a:lnTo>
                    <a:pt x="159655" y="2282699"/>
                  </a:lnTo>
                  <a:lnTo>
                    <a:pt x="145817" y="2326504"/>
                  </a:lnTo>
                  <a:lnTo>
                    <a:pt x="132574" y="2370570"/>
                  </a:lnTo>
                  <a:lnTo>
                    <a:pt x="119932" y="2414892"/>
                  </a:lnTo>
                  <a:lnTo>
                    <a:pt x="107894" y="2459466"/>
                  </a:lnTo>
                  <a:lnTo>
                    <a:pt x="96465" y="2504287"/>
                  </a:lnTo>
                  <a:lnTo>
                    <a:pt x="85651" y="2549350"/>
                  </a:lnTo>
                  <a:lnTo>
                    <a:pt x="75456" y="2594651"/>
                  </a:lnTo>
                  <a:lnTo>
                    <a:pt x="65884" y="2640184"/>
                  </a:lnTo>
                  <a:lnTo>
                    <a:pt x="56941" y="2685946"/>
                  </a:lnTo>
                  <a:lnTo>
                    <a:pt x="48631" y="2731930"/>
                  </a:lnTo>
                  <a:lnTo>
                    <a:pt x="40958" y="2778134"/>
                  </a:lnTo>
                  <a:lnTo>
                    <a:pt x="33928" y="2824551"/>
                  </a:lnTo>
                  <a:lnTo>
                    <a:pt x="27545" y="2871178"/>
                  </a:lnTo>
                  <a:lnTo>
                    <a:pt x="21814" y="2918009"/>
                  </a:lnTo>
                  <a:lnTo>
                    <a:pt x="16740" y="2965041"/>
                  </a:lnTo>
                  <a:lnTo>
                    <a:pt x="12327" y="3012267"/>
                  </a:lnTo>
                  <a:lnTo>
                    <a:pt x="8580" y="3059684"/>
                  </a:lnTo>
                  <a:lnTo>
                    <a:pt x="5503" y="3107286"/>
                  </a:lnTo>
                  <a:lnTo>
                    <a:pt x="3103" y="3155070"/>
                  </a:lnTo>
                  <a:lnTo>
                    <a:pt x="1382" y="3203030"/>
                  </a:lnTo>
                  <a:lnTo>
                    <a:pt x="346" y="3251161"/>
                  </a:lnTo>
                  <a:lnTo>
                    <a:pt x="0" y="3299460"/>
                  </a:lnTo>
                  <a:lnTo>
                    <a:pt x="392" y="3350849"/>
                  </a:lnTo>
                  <a:lnTo>
                    <a:pt x="1565" y="3402049"/>
                  </a:lnTo>
                  <a:lnTo>
                    <a:pt x="3512" y="3453054"/>
                  </a:lnTo>
                  <a:lnTo>
                    <a:pt x="6229" y="3503858"/>
                  </a:lnTo>
                  <a:lnTo>
                    <a:pt x="9710" y="3554456"/>
                  </a:lnTo>
                  <a:lnTo>
                    <a:pt x="13949" y="3604843"/>
                  </a:lnTo>
                  <a:lnTo>
                    <a:pt x="18940" y="3655011"/>
                  </a:lnTo>
                  <a:lnTo>
                    <a:pt x="24677" y="3704956"/>
                  </a:lnTo>
                  <a:lnTo>
                    <a:pt x="31155" y="3754673"/>
                  </a:lnTo>
                  <a:lnTo>
                    <a:pt x="38369" y="3804154"/>
                  </a:lnTo>
                  <a:lnTo>
                    <a:pt x="46312" y="3853395"/>
                  </a:lnTo>
                  <a:lnTo>
                    <a:pt x="54979" y="3902391"/>
                  </a:lnTo>
                  <a:lnTo>
                    <a:pt x="64364" y="3951134"/>
                  </a:lnTo>
                  <a:lnTo>
                    <a:pt x="74462" y="3999621"/>
                  </a:lnTo>
                  <a:lnTo>
                    <a:pt x="85266" y="4047844"/>
                  </a:lnTo>
                  <a:lnTo>
                    <a:pt x="96772" y="4095798"/>
                  </a:lnTo>
                  <a:lnTo>
                    <a:pt x="108973" y="4143479"/>
                  </a:lnTo>
                  <a:lnTo>
                    <a:pt x="121864" y="4190879"/>
                  </a:lnTo>
                  <a:lnTo>
                    <a:pt x="135439" y="4237993"/>
                  </a:lnTo>
                  <a:lnTo>
                    <a:pt x="149692" y="4284816"/>
                  </a:lnTo>
                  <a:lnTo>
                    <a:pt x="164619" y="4331342"/>
                  </a:lnTo>
                  <a:lnTo>
                    <a:pt x="180212" y="4377565"/>
                  </a:lnTo>
                  <a:lnTo>
                    <a:pt x="196467" y="4423480"/>
                  </a:lnTo>
                  <a:lnTo>
                    <a:pt x="213378" y="4469080"/>
                  </a:lnTo>
                  <a:lnTo>
                    <a:pt x="230938" y="4514361"/>
                  </a:lnTo>
                  <a:lnTo>
                    <a:pt x="249143" y="4559317"/>
                  </a:lnTo>
                  <a:lnTo>
                    <a:pt x="267987" y="4603941"/>
                  </a:lnTo>
                  <a:lnTo>
                    <a:pt x="287464" y="4648229"/>
                  </a:lnTo>
                  <a:lnTo>
                    <a:pt x="307568" y="4692174"/>
                  </a:lnTo>
                  <a:lnTo>
                    <a:pt x="328294" y="4735771"/>
                  </a:lnTo>
                  <a:lnTo>
                    <a:pt x="349636" y="4779014"/>
                  </a:lnTo>
                  <a:lnTo>
                    <a:pt x="371588" y="4821897"/>
                  </a:lnTo>
                  <a:lnTo>
                    <a:pt x="394145" y="4864416"/>
                  </a:lnTo>
                  <a:lnTo>
                    <a:pt x="417301" y="4906563"/>
                  </a:lnTo>
                  <a:lnTo>
                    <a:pt x="441050" y="4948334"/>
                  </a:lnTo>
                  <a:lnTo>
                    <a:pt x="465387" y="4989723"/>
                  </a:lnTo>
                  <a:lnTo>
                    <a:pt x="490305" y="5030724"/>
                  </a:lnTo>
                  <a:lnTo>
                    <a:pt x="515800" y="5071332"/>
                  </a:lnTo>
                  <a:lnTo>
                    <a:pt x="541866" y="5111540"/>
                  </a:lnTo>
                  <a:lnTo>
                    <a:pt x="568496" y="5151344"/>
                  </a:lnTo>
                  <a:lnTo>
                    <a:pt x="595686" y="5190736"/>
                  </a:lnTo>
                  <a:lnTo>
                    <a:pt x="623430" y="5229713"/>
                  </a:lnTo>
                  <a:lnTo>
                    <a:pt x="651721" y="5268268"/>
                  </a:lnTo>
                  <a:lnTo>
                    <a:pt x="680554" y="5306395"/>
                  </a:lnTo>
                  <a:lnTo>
                    <a:pt x="709924" y="5344089"/>
                  </a:lnTo>
                  <a:lnTo>
                    <a:pt x="739825" y="5381344"/>
                  </a:lnTo>
                  <a:lnTo>
                    <a:pt x="770251" y="5418154"/>
                  </a:lnTo>
                  <a:lnTo>
                    <a:pt x="801197" y="5454514"/>
                  </a:lnTo>
                  <a:lnTo>
                    <a:pt x="832656" y="5490418"/>
                  </a:lnTo>
                  <a:lnTo>
                    <a:pt x="864624" y="5525861"/>
                  </a:lnTo>
                  <a:lnTo>
                    <a:pt x="897094" y="5560836"/>
                  </a:lnTo>
                  <a:lnTo>
                    <a:pt x="930060" y="5595338"/>
                  </a:lnTo>
                  <a:lnTo>
                    <a:pt x="963518" y="5629362"/>
                  </a:lnTo>
                  <a:lnTo>
                    <a:pt x="997462" y="5662901"/>
                  </a:lnTo>
                  <a:lnTo>
                    <a:pt x="1031885" y="5695950"/>
                  </a:lnTo>
                  <a:lnTo>
                    <a:pt x="1066782" y="5728504"/>
                  </a:lnTo>
                  <a:lnTo>
                    <a:pt x="1102148" y="5760556"/>
                  </a:lnTo>
                  <a:lnTo>
                    <a:pt x="1137976" y="5792102"/>
                  </a:lnTo>
                  <a:lnTo>
                    <a:pt x="1174262" y="5823134"/>
                  </a:lnTo>
                  <a:lnTo>
                    <a:pt x="1210999" y="5853648"/>
                  </a:lnTo>
                  <a:lnTo>
                    <a:pt x="1248181" y="5883638"/>
                  </a:lnTo>
                  <a:lnTo>
                    <a:pt x="1285804" y="5913099"/>
                  </a:lnTo>
                  <a:lnTo>
                    <a:pt x="1323861" y="5942024"/>
                  </a:lnTo>
                  <a:lnTo>
                    <a:pt x="1362347" y="5970408"/>
                  </a:lnTo>
                  <a:lnTo>
                    <a:pt x="1401256" y="5998245"/>
                  </a:lnTo>
                  <a:lnTo>
                    <a:pt x="1440582" y="6025530"/>
                  </a:lnTo>
                  <a:lnTo>
                    <a:pt x="1480319" y="6052256"/>
                  </a:lnTo>
                  <a:lnTo>
                    <a:pt x="1520463" y="6078419"/>
                  </a:lnTo>
                  <a:lnTo>
                    <a:pt x="1561007" y="6104013"/>
                  </a:lnTo>
                  <a:lnTo>
                    <a:pt x="1601946" y="6129031"/>
                  </a:lnTo>
                  <a:lnTo>
                    <a:pt x="1643273" y="6153469"/>
                  </a:lnTo>
                  <a:lnTo>
                    <a:pt x="1684984" y="6177320"/>
                  </a:lnTo>
                  <a:lnTo>
                    <a:pt x="1727073" y="6200579"/>
                  </a:lnTo>
                  <a:lnTo>
                    <a:pt x="1883283" y="6275832"/>
                  </a:lnTo>
                  <a:lnTo>
                    <a:pt x="4716780" y="6275832"/>
                  </a:lnTo>
                  <a:lnTo>
                    <a:pt x="4872990" y="6200579"/>
                  </a:lnTo>
                  <a:lnTo>
                    <a:pt x="4915965" y="6176826"/>
                  </a:lnTo>
                  <a:lnTo>
                    <a:pt x="4958546" y="6152456"/>
                  </a:lnTo>
                  <a:lnTo>
                    <a:pt x="5000727" y="6127475"/>
                  </a:lnTo>
                  <a:lnTo>
                    <a:pt x="5042502" y="6101889"/>
                  </a:lnTo>
                  <a:lnTo>
                    <a:pt x="5083864" y="6075703"/>
                  </a:lnTo>
                  <a:lnTo>
                    <a:pt x="5124806" y="6048925"/>
                  </a:lnTo>
                  <a:lnTo>
                    <a:pt x="5165324" y="6021559"/>
                  </a:lnTo>
                  <a:lnTo>
                    <a:pt x="5205410" y="5993613"/>
                  </a:lnTo>
                  <a:lnTo>
                    <a:pt x="5245059" y="5965091"/>
                  </a:lnTo>
                  <a:lnTo>
                    <a:pt x="5284263" y="5936001"/>
                  </a:lnTo>
                  <a:lnTo>
                    <a:pt x="5323017" y="5906348"/>
                  </a:lnTo>
                  <a:lnTo>
                    <a:pt x="5361315" y="5876138"/>
                  </a:lnTo>
                  <a:lnTo>
                    <a:pt x="5399151" y="5845378"/>
                  </a:lnTo>
                  <a:lnTo>
                    <a:pt x="5465064" y="5785497"/>
                  </a:lnTo>
                  <a:lnTo>
                    <a:pt x="5465064" y="813308"/>
                  </a:lnTo>
                  <a:lnTo>
                    <a:pt x="5399151" y="753364"/>
                  </a:lnTo>
                  <a:lnTo>
                    <a:pt x="5361726" y="722936"/>
                  </a:lnTo>
                  <a:lnTo>
                    <a:pt x="5323851" y="693047"/>
                  </a:lnTo>
                  <a:lnTo>
                    <a:pt x="5285530" y="663702"/>
                  </a:lnTo>
                  <a:lnTo>
                    <a:pt x="5246771" y="634908"/>
                  </a:lnTo>
                  <a:lnTo>
                    <a:pt x="5207579" y="606671"/>
                  </a:lnTo>
                  <a:lnTo>
                    <a:pt x="5167959" y="578995"/>
                  </a:lnTo>
                  <a:lnTo>
                    <a:pt x="5127918" y="551888"/>
                  </a:lnTo>
                  <a:lnTo>
                    <a:pt x="5087461" y="525354"/>
                  </a:lnTo>
                  <a:lnTo>
                    <a:pt x="5046595" y="499400"/>
                  </a:lnTo>
                  <a:lnTo>
                    <a:pt x="5005325" y="474032"/>
                  </a:lnTo>
                  <a:lnTo>
                    <a:pt x="4963656" y="449255"/>
                  </a:lnTo>
                  <a:lnTo>
                    <a:pt x="4921596" y="425075"/>
                  </a:lnTo>
                  <a:lnTo>
                    <a:pt x="4879149" y="401498"/>
                  </a:lnTo>
                  <a:lnTo>
                    <a:pt x="4836322" y="378530"/>
                  </a:lnTo>
                  <a:lnTo>
                    <a:pt x="4793121" y="356177"/>
                  </a:lnTo>
                  <a:lnTo>
                    <a:pt x="4749550" y="334445"/>
                  </a:lnTo>
                  <a:lnTo>
                    <a:pt x="4705617" y="313339"/>
                  </a:lnTo>
                  <a:lnTo>
                    <a:pt x="4661327" y="292865"/>
                  </a:lnTo>
                  <a:lnTo>
                    <a:pt x="4616686" y="273029"/>
                  </a:lnTo>
                  <a:lnTo>
                    <a:pt x="4571700" y="253837"/>
                  </a:lnTo>
                  <a:lnTo>
                    <a:pt x="4526374" y="235295"/>
                  </a:lnTo>
                  <a:lnTo>
                    <a:pt x="4480715" y="217408"/>
                  </a:lnTo>
                  <a:lnTo>
                    <a:pt x="4434728" y="200183"/>
                  </a:lnTo>
                  <a:lnTo>
                    <a:pt x="4388420" y="183625"/>
                  </a:lnTo>
                  <a:lnTo>
                    <a:pt x="4341795" y="167741"/>
                  </a:lnTo>
                  <a:lnTo>
                    <a:pt x="4294861" y="152535"/>
                  </a:lnTo>
                  <a:lnTo>
                    <a:pt x="4247622" y="138014"/>
                  </a:lnTo>
                  <a:lnTo>
                    <a:pt x="4200085" y="124184"/>
                  </a:lnTo>
                  <a:lnTo>
                    <a:pt x="4152256" y="111050"/>
                  </a:lnTo>
                  <a:lnTo>
                    <a:pt x="4104140" y="98619"/>
                  </a:lnTo>
                  <a:lnTo>
                    <a:pt x="4055743" y="86896"/>
                  </a:lnTo>
                  <a:lnTo>
                    <a:pt x="4007072" y="75887"/>
                  </a:lnTo>
                  <a:lnTo>
                    <a:pt x="3958131" y="65597"/>
                  </a:lnTo>
                  <a:lnTo>
                    <a:pt x="3908928" y="56034"/>
                  </a:lnTo>
                  <a:lnTo>
                    <a:pt x="3859467" y="47202"/>
                  </a:lnTo>
                  <a:lnTo>
                    <a:pt x="3809754" y="39107"/>
                  </a:lnTo>
                  <a:lnTo>
                    <a:pt x="3759797" y="31755"/>
                  </a:lnTo>
                  <a:lnTo>
                    <a:pt x="3709599" y="25153"/>
                  </a:lnTo>
                  <a:lnTo>
                    <a:pt x="3659168" y="19305"/>
                  </a:lnTo>
                  <a:lnTo>
                    <a:pt x="3608509" y="14218"/>
                  </a:lnTo>
                  <a:lnTo>
                    <a:pt x="3557627" y="9898"/>
                  </a:lnTo>
                  <a:lnTo>
                    <a:pt x="3506530" y="6350"/>
                  </a:lnTo>
                  <a:lnTo>
                    <a:pt x="3455222" y="3580"/>
                  </a:lnTo>
                  <a:lnTo>
                    <a:pt x="3403709" y="1595"/>
                  </a:lnTo>
                  <a:lnTo>
                    <a:pt x="3351998" y="399"/>
                  </a:lnTo>
                  <a:lnTo>
                    <a:pt x="3300095"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9" name="Google Shape;109;p6"/>
            <p:cNvSpPr/>
            <p:nvPr/>
          </p:nvSpPr>
          <p:spPr>
            <a:xfrm>
              <a:off x="6726936" y="582168"/>
              <a:ext cx="5465445" cy="6276340"/>
            </a:xfrm>
            <a:custGeom>
              <a:rect b="b" l="l" r="r" t="t"/>
              <a:pathLst>
                <a:path extrusionOk="0" h="6276340" w="5465445">
                  <a:moveTo>
                    <a:pt x="3300095" y="0"/>
                  </a:moveTo>
                  <a:lnTo>
                    <a:pt x="3351998" y="399"/>
                  </a:lnTo>
                  <a:lnTo>
                    <a:pt x="3403709" y="1595"/>
                  </a:lnTo>
                  <a:lnTo>
                    <a:pt x="3455222" y="3580"/>
                  </a:lnTo>
                  <a:lnTo>
                    <a:pt x="3506530" y="6350"/>
                  </a:lnTo>
                  <a:lnTo>
                    <a:pt x="3557627" y="9898"/>
                  </a:lnTo>
                  <a:lnTo>
                    <a:pt x="3608509" y="14218"/>
                  </a:lnTo>
                  <a:lnTo>
                    <a:pt x="3659168" y="19305"/>
                  </a:lnTo>
                  <a:lnTo>
                    <a:pt x="3709599" y="25153"/>
                  </a:lnTo>
                  <a:lnTo>
                    <a:pt x="3759797" y="31755"/>
                  </a:lnTo>
                  <a:lnTo>
                    <a:pt x="3809754" y="39107"/>
                  </a:lnTo>
                  <a:lnTo>
                    <a:pt x="3859467" y="47202"/>
                  </a:lnTo>
                  <a:lnTo>
                    <a:pt x="3908928" y="56034"/>
                  </a:lnTo>
                  <a:lnTo>
                    <a:pt x="3958131" y="65597"/>
                  </a:lnTo>
                  <a:lnTo>
                    <a:pt x="4007072" y="75887"/>
                  </a:lnTo>
                  <a:lnTo>
                    <a:pt x="4055743" y="86896"/>
                  </a:lnTo>
                  <a:lnTo>
                    <a:pt x="4104140" y="98619"/>
                  </a:lnTo>
                  <a:lnTo>
                    <a:pt x="4152256" y="111050"/>
                  </a:lnTo>
                  <a:lnTo>
                    <a:pt x="4200085" y="124184"/>
                  </a:lnTo>
                  <a:lnTo>
                    <a:pt x="4247622" y="138014"/>
                  </a:lnTo>
                  <a:lnTo>
                    <a:pt x="4294861" y="152535"/>
                  </a:lnTo>
                  <a:lnTo>
                    <a:pt x="4341795" y="167741"/>
                  </a:lnTo>
                  <a:lnTo>
                    <a:pt x="4388420" y="183625"/>
                  </a:lnTo>
                  <a:lnTo>
                    <a:pt x="4434728" y="200183"/>
                  </a:lnTo>
                  <a:lnTo>
                    <a:pt x="4480715" y="217408"/>
                  </a:lnTo>
                  <a:lnTo>
                    <a:pt x="4526374" y="235295"/>
                  </a:lnTo>
                  <a:lnTo>
                    <a:pt x="4571700" y="253837"/>
                  </a:lnTo>
                  <a:lnTo>
                    <a:pt x="4616686" y="273029"/>
                  </a:lnTo>
                  <a:lnTo>
                    <a:pt x="4661327" y="292865"/>
                  </a:lnTo>
                  <a:lnTo>
                    <a:pt x="4705617" y="313339"/>
                  </a:lnTo>
                  <a:lnTo>
                    <a:pt x="4749550" y="334445"/>
                  </a:lnTo>
                  <a:lnTo>
                    <a:pt x="4793121" y="356177"/>
                  </a:lnTo>
                  <a:lnTo>
                    <a:pt x="4836322" y="378530"/>
                  </a:lnTo>
                  <a:lnTo>
                    <a:pt x="4879149" y="401498"/>
                  </a:lnTo>
                  <a:lnTo>
                    <a:pt x="4921596" y="425075"/>
                  </a:lnTo>
                  <a:lnTo>
                    <a:pt x="4963656" y="449255"/>
                  </a:lnTo>
                  <a:lnTo>
                    <a:pt x="5005325" y="474032"/>
                  </a:lnTo>
                  <a:lnTo>
                    <a:pt x="5046595" y="499400"/>
                  </a:lnTo>
                  <a:lnTo>
                    <a:pt x="5087461" y="525354"/>
                  </a:lnTo>
                  <a:lnTo>
                    <a:pt x="5127918" y="551888"/>
                  </a:lnTo>
                  <a:lnTo>
                    <a:pt x="5167959" y="578995"/>
                  </a:lnTo>
                  <a:lnTo>
                    <a:pt x="5207579" y="606671"/>
                  </a:lnTo>
                  <a:lnTo>
                    <a:pt x="5246771" y="634908"/>
                  </a:lnTo>
                  <a:lnTo>
                    <a:pt x="5285530" y="663702"/>
                  </a:lnTo>
                  <a:lnTo>
                    <a:pt x="5323851" y="693047"/>
                  </a:lnTo>
                  <a:lnTo>
                    <a:pt x="5361726" y="722936"/>
                  </a:lnTo>
                  <a:lnTo>
                    <a:pt x="5399151" y="753364"/>
                  </a:lnTo>
                  <a:lnTo>
                    <a:pt x="5465064" y="813308"/>
                  </a:lnTo>
                  <a:lnTo>
                    <a:pt x="5465064" y="5785497"/>
                  </a:lnTo>
                  <a:lnTo>
                    <a:pt x="5399151" y="5845378"/>
                  </a:lnTo>
                  <a:lnTo>
                    <a:pt x="5361315" y="5876138"/>
                  </a:lnTo>
                  <a:lnTo>
                    <a:pt x="5323017" y="5906348"/>
                  </a:lnTo>
                  <a:lnTo>
                    <a:pt x="5284263" y="5936001"/>
                  </a:lnTo>
                  <a:lnTo>
                    <a:pt x="5245059" y="5965091"/>
                  </a:lnTo>
                  <a:lnTo>
                    <a:pt x="5205410" y="5993613"/>
                  </a:lnTo>
                  <a:lnTo>
                    <a:pt x="5165324" y="6021559"/>
                  </a:lnTo>
                  <a:lnTo>
                    <a:pt x="5124806" y="6048925"/>
                  </a:lnTo>
                  <a:lnTo>
                    <a:pt x="5083864" y="6075703"/>
                  </a:lnTo>
                  <a:lnTo>
                    <a:pt x="5042502" y="6101889"/>
                  </a:lnTo>
                  <a:lnTo>
                    <a:pt x="5000727" y="6127475"/>
                  </a:lnTo>
                  <a:lnTo>
                    <a:pt x="4958546" y="6152456"/>
                  </a:lnTo>
                  <a:lnTo>
                    <a:pt x="4915965" y="6176826"/>
                  </a:lnTo>
                  <a:lnTo>
                    <a:pt x="4872990" y="6200579"/>
                  </a:lnTo>
                  <a:lnTo>
                    <a:pt x="4716780" y="6275832"/>
                  </a:lnTo>
                  <a:lnTo>
                    <a:pt x="1883283" y="6275832"/>
                  </a:lnTo>
                  <a:lnTo>
                    <a:pt x="1727073" y="6200579"/>
                  </a:lnTo>
                  <a:lnTo>
                    <a:pt x="1684984" y="6177320"/>
                  </a:lnTo>
                  <a:lnTo>
                    <a:pt x="1643273" y="6153469"/>
                  </a:lnTo>
                  <a:lnTo>
                    <a:pt x="1601946" y="6129031"/>
                  </a:lnTo>
                  <a:lnTo>
                    <a:pt x="1561007" y="6104013"/>
                  </a:lnTo>
                  <a:lnTo>
                    <a:pt x="1520463" y="6078419"/>
                  </a:lnTo>
                  <a:lnTo>
                    <a:pt x="1480319" y="6052256"/>
                  </a:lnTo>
                  <a:lnTo>
                    <a:pt x="1440582" y="6025530"/>
                  </a:lnTo>
                  <a:lnTo>
                    <a:pt x="1401256" y="5998245"/>
                  </a:lnTo>
                  <a:lnTo>
                    <a:pt x="1362347" y="5970408"/>
                  </a:lnTo>
                  <a:lnTo>
                    <a:pt x="1323861" y="5942024"/>
                  </a:lnTo>
                  <a:lnTo>
                    <a:pt x="1285804" y="5913099"/>
                  </a:lnTo>
                  <a:lnTo>
                    <a:pt x="1248181" y="5883638"/>
                  </a:lnTo>
                  <a:lnTo>
                    <a:pt x="1210999" y="5853648"/>
                  </a:lnTo>
                  <a:lnTo>
                    <a:pt x="1174262" y="5823134"/>
                  </a:lnTo>
                  <a:lnTo>
                    <a:pt x="1137976" y="5792102"/>
                  </a:lnTo>
                  <a:lnTo>
                    <a:pt x="1102148" y="5760556"/>
                  </a:lnTo>
                  <a:lnTo>
                    <a:pt x="1066782" y="5728504"/>
                  </a:lnTo>
                  <a:lnTo>
                    <a:pt x="1031885" y="5695950"/>
                  </a:lnTo>
                  <a:lnTo>
                    <a:pt x="997462" y="5662901"/>
                  </a:lnTo>
                  <a:lnTo>
                    <a:pt x="963518" y="5629362"/>
                  </a:lnTo>
                  <a:lnTo>
                    <a:pt x="930060" y="5595338"/>
                  </a:lnTo>
                  <a:lnTo>
                    <a:pt x="897094" y="5560836"/>
                  </a:lnTo>
                  <a:lnTo>
                    <a:pt x="864624" y="5525861"/>
                  </a:lnTo>
                  <a:lnTo>
                    <a:pt x="832656" y="5490418"/>
                  </a:lnTo>
                  <a:lnTo>
                    <a:pt x="801197" y="5454514"/>
                  </a:lnTo>
                  <a:lnTo>
                    <a:pt x="770251" y="5418154"/>
                  </a:lnTo>
                  <a:lnTo>
                    <a:pt x="739825" y="5381344"/>
                  </a:lnTo>
                  <a:lnTo>
                    <a:pt x="709924" y="5344089"/>
                  </a:lnTo>
                  <a:lnTo>
                    <a:pt x="680554" y="5306395"/>
                  </a:lnTo>
                  <a:lnTo>
                    <a:pt x="651721" y="5268268"/>
                  </a:lnTo>
                  <a:lnTo>
                    <a:pt x="623430" y="5229713"/>
                  </a:lnTo>
                  <a:lnTo>
                    <a:pt x="595686" y="5190736"/>
                  </a:lnTo>
                  <a:lnTo>
                    <a:pt x="568496" y="5151344"/>
                  </a:lnTo>
                  <a:lnTo>
                    <a:pt x="541866" y="5111540"/>
                  </a:lnTo>
                  <a:lnTo>
                    <a:pt x="515800" y="5071332"/>
                  </a:lnTo>
                  <a:lnTo>
                    <a:pt x="490305" y="5030724"/>
                  </a:lnTo>
                  <a:lnTo>
                    <a:pt x="465387" y="4989723"/>
                  </a:lnTo>
                  <a:lnTo>
                    <a:pt x="441050" y="4948334"/>
                  </a:lnTo>
                  <a:lnTo>
                    <a:pt x="417301" y="4906563"/>
                  </a:lnTo>
                  <a:lnTo>
                    <a:pt x="394145" y="4864416"/>
                  </a:lnTo>
                  <a:lnTo>
                    <a:pt x="371588" y="4821897"/>
                  </a:lnTo>
                  <a:lnTo>
                    <a:pt x="349636" y="4779014"/>
                  </a:lnTo>
                  <a:lnTo>
                    <a:pt x="328294" y="4735771"/>
                  </a:lnTo>
                  <a:lnTo>
                    <a:pt x="307568" y="4692174"/>
                  </a:lnTo>
                  <a:lnTo>
                    <a:pt x="287464" y="4648229"/>
                  </a:lnTo>
                  <a:lnTo>
                    <a:pt x="267987" y="4603941"/>
                  </a:lnTo>
                  <a:lnTo>
                    <a:pt x="249143" y="4559317"/>
                  </a:lnTo>
                  <a:lnTo>
                    <a:pt x="230938" y="4514361"/>
                  </a:lnTo>
                  <a:lnTo>
                    <a:pt x="213378" y="4469080"/>
                  </a:lnTo>
                  <a:lnTo>
                    <a:pt x="196467" y="4423480"/>
                  </a:lnTo>
                  <a:lnTo>
                    <a:pt x="180212" y="4377565"/>
                  </a:lnTo>
                  <a:lnTo>
                    <a:pt x="164619" y="4331342"/>
                  </a:lnTo>
                  <a:lnTo>
                    <a:pt x="149692" y="4284816"/>
                  </a:lnTo>
                  <a:lnTo>
                    <a:pt x="135439" y="4237993"/>
                  </a:lnTo>
                  <a:lnTo>
                    <a:pt x="121864" y="4190879"/>
                  </a:lnTo>
                  <a:lnTo>
                    <a:pt x="108973" y="4143479"/>
                  </a:lnTo>
                  <a:lnTo>
                    <a:pt x="96772" y="4095798"/>
                  </a:lnTo>
                  <a:lnTo>
                    <a:pt x="85266" y="4047844"/>
                  </a:lnTo>
                  <a:lnTo>
                    <a:pt x="74462" y="3999621"/>
                  </a:lnTo>
                  <a:lnTo>
                    <a:pt x="64364" y="3951134"/>
                  </a:lnTo>
                  <a:lnTo>
                    <a:pt x="54979" y="3902391"/>
                  </a:lnTo>
                  <a:lnTo>
                    <a:pt x="46312" y="3853395"/>
                  </a:lnTo>
                  <a:lnTo>
                    <a:pt x="38369" y="3804154"/>
                  </a:lnTo>
                  <a:lnTo>
                    <a:pt x="31155" y="3754673"/>
                  </a:lnTo>
                  <a:lnTo>
                    <a:pt x="24677" y="3704956"/>
                  </a:lnTo>
                  <a:lnTo>
                    <a:pt x="18940" y="3655011"/>
                  </a:lnTo>
                  <a:lnTo>
                    <a:pt x="13949" y="3604843"/>
                  </a:lnTo>
                  <a:lnTo>
                    <a:pt x="9710" y="3554456"/>
                  </a:lnTo>
                  <a:lnTo>
                    <a:pt x="6229" y="3503858"/>
                  </a:lnTo>
                  <a:lnTo>
                    <a:pt x="3512" y="3453054"/>
                  </a:lnTo>
                  <a:lnTo>
                    <a:pt x="1565" y="3402049"/>
                  </a:lnTo>
                  <a:lnTo>
                    <a:pt x="392" y="3350849"/>
                  </a:lnTo>
                  <a:lnTo>
                    <a:pt x="0" y="3299460"/>
                  </a:lnTo>
                  <a:lnTo>
                    <a:pt x="346" y="3251161"/>
                  </a:lnTo>
                  <a:lnTo>
                    <a:pt x="1382" y="3203030"/>
                  </a:lnTo>
                  <a:lnTo>
                    <a:pt x="3103" y="3155070"/>
                  </a:lnTo>
                  <a:lnTo>
                    <a:pt x="5503" y="3107286"/>
                  </a:lnTo>
                  <a:lnTo>
                    <a:pt x="8580" y="3059684"/>
                  </a:lnTo>
                  <a:lnTo>
                    <a:pt x="12327" y="3012267"/>
                  </a:lnTo>
                  <a:lnTo>
                    <a:pt x="16740" y="2965041"/>
                  </a:lnTo>
                  <a:lnTo>
                    <a:pt x="21814" y="2918009"/>
                  </a:lnTo>
                  <a:lnTo>
                    <a:pt x="27545" y="2871178"/>
                  </a:lnTo>
                  <a:lnTo>
                    <a:pt x="33928" y="2824551"/>
                  </a:lnTo>
                  <a:lnTo>
                    <a:pt x="40958" y="2778134"/>
                  </a:lnTo>
                  <a:lnTo>
                    <a:pt x="48631" y="2731930"/>
                  </a:lnTo>
                  <a:lnTo>
                    <a:pt x="56941" y="2685946"/>
                  </a:lnTo>
                  <a:lnTo>
                    <a:pt x="65884" y="2640184"/>
                  </a:lnTo>
                  <a:lnTo>
                    <a:pt x="75456" y="2594651"/>
                  </a:lnTo>
                  <a:lnTo>
                    <a:pt x="85651" y="2549350"/>
                  </a:lnTo>
                  <a:lnTo>
                    <a:pt x="96465" y="2504287"/>
                  </a:lnTo>
                  <a:lnTo>
                    <a:pt x="107894" y="2459466"/>
                  </a:lnTo>
                  <a:lnTo>
                    <a:pt x="119932" y="2414892"/>
                  </a:lnTo>
                  <a:lnTo>
                    <a:pt x="132574" y="2370570"/>
                  </a:lnTo>
                  <a:lnTo>
                    <a:pt x="145817" y="2326504"/>
                  </a:lnTo>
                  <a:lnTo>
                    <a:pt x="159655" y="2282699"/>
                  </a:lnTo>
                  <a:lnTo>
                    <a:pt x="174084" y="2239160"/>
                  </a:lnTo>
                  <a:lnTo>
                    <a:pt x="189099" y="2195891"/>
                  </a:lnTo>
                  <a:lnTo>
                    <a:pt x="204695" y="2152898"/>
                  </a:lnTo>
                  <a:lnTo>
                    <a:pt x="220868" y="2110184"/>
                  </a:lnTo>
                  <a:lnTo>
                    <a:pt x="237612" y="2067755"/>
                  </a:lnTo>
                  <a:lnTo>
                    <a:pt x="254924" y="2025616"/>
                  </a:lnTo>
                  <a:lnTo>
                    <a:pt x="272797" y="1983770"/>
                  </a:lnTo>
                  <a:lnTo>
                    <a:pt x="291229" y="1942223"/>
                  </a:lnTo>
                  <a:lnTo>
                    <a:pt x="310214" y="1900979"/>
                  </a:lnTo>
                  <a:lnTo>
                    <a:pt x="329747" y="1860044"/>
                  </a:lnTo>
                  <a:lnTo>
                    <a:pt x="349823" y="1819421"/>
                  </a:lnTo>
                  <a:lnTo>
                    <a:pt x="370439" y="1779116"/>
                  </a:lnTo>
                  <a:lnTo>
                    <a:pt x="391588" y="1739133"/>
                  </a:lnTo>
                  <a:lnTo>
                    <a:pt x="413267" y="1699477"/>
                  </a:lnTo>
                  <a:lnTo>
                    <a:pt x="435471" y="1660152"/>
                  </a:lnTo>
                  <a:lnTo>
                    <a:pt x="458195" y="1621164"/>
                  </a:lnTo>
                  <a:lnTo>
                    <a:pt x="481434" y="1582517"/>
                  </a:lnTo>
                  <a:lnTo>
                    <a:pt x="505183" y="1544216"/>
                  </a:lnTo>
                  <a:lnTo>
                    <a:pt x="529439" y="1506265"/>
                  </a:lnTo>
                  <a:lnTo>
                    <a:pt x="554196" y="1468670"/>
                  </a:lnTo>
                  <a:lnTo>
                    <a:pt x="579449" y="1431434"/>
                  </a:lnTo>
                  <a:lnTo>
                    <a:pt x="605194" y="1394563"/>
                  </a:lnTo>
                  <a:lnTo>
                    <a:pt x="631426" y="1358062"/>
                  </a:lnTo>
                  <a:lnTo>
                    <a:pt x="658141" y="1321934"/>
                  </a:lnTo>
                  <a:lnTo>
                    <a:pt x="685333" y="1286185"/>
                  </a:lnTo>
                  <a:lnTo>
                    <a:pt x="712998" y="1250819"/>
                  </a:lnTo>
                  <a:lnTo>
                    <a:pt x="741131" y="1215842"/>
                  </a:lnTo>
                  <a:lnTo>
                    <a:pt x="769728" y="1181257"/>
                  </a:lnTo>
                  <a:lnTo>
                    <a:pt x="798784" y="1147070"/>
                  </a:lnTo>
                  <a:lnTo>
                    <a:pt x="828294" y="1113286"/>
                  </a:lnTo>
                  <a:lnTo>
                    <a:pt x="858253" y="1079908"/>
                  </a:lnTo>
                  <a:lnTo>
                    <a:pt x="888656" y="1046942"/>
                  </a:lnTo>
                  <a:lnTo>
                    <a:pt x="919500" y="1014392"/>
                  </a:lnTo>
                  <a:lnTo>
                    <a:pt x="950779" y="982263"/>
                  </a:lnTo>
                  <a:lnTo>
                    <a:pt x="982489" y="950560"/>
                  </a:lnTo>
                  <a:lnTo>
                    <a:pt x="1014624" y="919288"/>
                  </a:lnTo>
                  <a:lnTo>
                    <a:pt x="1047181" y="888451"/>
                  </a:lnTo>
                  <a:lnTo>
                    <a:pt x="1080154" y="858054"/>
                  </a:lnTo>
                  <a:lnTo>
                    <a:pt x="1113539" y="828101"/>
                  </a:lnTo>
                  <a:lnTo>
                    <a:pt x="1147331" y="798598"/>
                  </a:lnTo>
                  <a:lnTo>
                    <a:pt x="1181525" y="769548"/>
                  </a:lnTo>
                  <a:lnTo>
                    <a:pt x="1216116" y="740958"/>
                  </a:lnTo>
                  <a:lnTo>
                    <a:pt x="1251101" y="712831"/>
                  </a:lnTo>
                  <a:lnTo>
                    <a:pt x="1286474" y="685172"/>
                  </a:lnTo>
                  <a:lnTo>
                    <a:pt x="1322230" y="657986"/>
                  </a:lnTo>
                  <a:lnTo>
                    <a:pt x="1358365" y="631277"/>
                  </a:lnTo>
                  <a:lnTo>
                    <a:pt x="1394874" y="605051"/>
                  </a:lnTo>
                  <a:lnTo>
                    <a:pt x="1431752" y="579312"/>
                  </a:lnTo>
                  <a:lnTo>
                    <a:pt x="1468995" y="554064"/>
                  </a:lnTo>
                  <a:lnTo>
                    <a:pt x="1506598" y="529313"/>
                  </a:lnTo>
                  <a:lnTo>
                    <a:pt x="1544556" y="505063"/>
                  </a:lnTo>
                  <a:lnTo>
                    <a:pt x="1582865" y="481318"/>
                  </a:lnTo>
                  <a:lnTo>
                    <a:pt x="1621519" y="458085"/>
                  </a:lnTo>
                  <a:lnTo>
                    <a:pt x="1660515" y="435366"/>
                  </a:lnTo>
                  <a:lnTo>
                    <a:pt x="1699847" y="413168"/>
                  </a:lnTo>
                  <a:lnTo>
                    <a:pt x="1739510" y="391494"/>
                  </a:lnTo>
                  <a:lnTo>
                    <a:pt x="1779501" y="370349"/>
                  </a:lnTo>
                  <a:lnTo>
                    <a:pt x="1819813" y="349738"/>
                  </a:lnTo>
                  <a:lnTo>
                    <a:pt x="1860444" y="329667"/>
                  </a:lnTo>
                  <a:lnTo>
                    <a:pt x="1901387" y="310138"/>
                  </a:lnTo>
                  <a:lnTo>
                    <a:pt x="1942638" y="291158"/>
                  </a:lnTo>
                  <a:lnTo>
                    <a:pt x="1984193" y="272731"/>
                  </a:lnTo>
                  <a:lnTo>
                    <a:pt x="2026046" y="254861"/>
                  </a:lnTo>
                  <a:lnTo>
                    <a:pt x="2068193" y="237554"/>
                  </a:lnTo>
                  <a:lnTo>
                    <a:pt x="2110630" y="220813"/>
                  </a:lnTo>
                  <a:lnTo>
                    <a:pt x="2153351" y="204645"/>
                  </a:lnTo>
                  <a:lnTo>
                    <a:pt x="2196352" y="189052"/>
                  </a:lnTo>
                  <a:lnTo>
                    <a:pt x="2239629" y="174041"/>
                  </a:lnTo>
                  <a:lnTo>
                    <a:pt x="2283175" y="159616"/>
                  </a:lnTo>
                  <a:lnTo>
                    <a:pt x="2326988" y="145781"/>
                  </a:lnTo>
                  <a:lnTo>
                    <a:pt x="2371061" y="132541"/>
                  </a:lnTo>
                  <a:lnTo>
                    <a:pt x="2415391" y="119902"/>
                  </a:lnTo>
                  <a:lnTo>
                    <a:pt x="2459972" y="107867"/>
                  </a:lnTo>
                  <a:lnTo>
                    <a:pt x="2504801" y="96441"/>
                  </a:lnTo>
                  <a:lnTo>
                    <a:pt x="2549871" y="85630"/>
                  </a:lnTo>
                  <a:lnTo>
                    <a:pt x="2595179" y="75437"/>
                  </a:lnTo>
                  <a:lnTo>
                    <a:pt x="2640720" y="65868"/>
                  </a:lnTo>
                  <a:lnTo>
                    <a:pt x="2686489" y="56926"/>
                  </a:lnTo>
                  <a:lnTo>
                    <a:pt x="2732481" y="48618"/>
                  </a:lnTo>
                  <a:lnTo>
                    <a:pt x="2778692" y="40948"/>
                  </a:lnTo>
                  <a:lnTo>
                    <a:pt x="2825116" y="33919"/>
                  </a:lnTo>
                  <a:lnTo>
                    <a:pt x="2871750" y="27538"/>
                  </a:lnTo>
                  <a:lnTo>
                    <a:pt x="2918589" y="21809"/>
                  </a:lnTo>
                  <a:lnTo>
                    <a:pt x="2965627" y="16736"/>
                  </a:lnTo>
                  <a:lnTo>
                    <a:pt x="3012861" y="12324"/>
                  </a:lnTo>
                  <a:lnTo>
                    <a:pt x="3060284" y="8578"/>
                  </a:lnTo>
                  <a:lnTo>
                    <a:pt x="3107894" y="5502"/>
                  </a:lnTo>
                  <a:lnTo>
                    <a:pt x="3155684" y="3102"/>
                  </a:lnTo>
                  <a:lnTo>
                    <a:pt x="3203651" y="1381"/>
                  </a:lnTo>
                  <a:lnTo>
                    <a:pt x="3251789" y="346"/>
                  </a:lnTo>
                  <a:lnTo>
                    <a:pt x="3300095" y="0"/>
                  </a:lnTo>
                  <a:close/>
                </a:path>
              </a:pathLst>
            </a:custGeom>
            <a:noFill/>
            <a:ln cap="flat" cmpd="sng" w="12175">
              <a:solidFill>
                <a:srgbClr val="B3C5E7"/>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10" name="Google Shape;110;p6"/>
            <p:cNvPicPr preferRelativeResize="0"/>
            <p:nvPr/>
          </p:nvPicPr>
          <p:blipFill rotWithShape="1">
            <a:blip r:embed="rId4">
              <a:alphaModFix/>
            </a:blip>
            <a:srcRect b="0" l="0" r="0" t="0"/>
            <a:stretch/>
          </p:blipFill>
          <p:spPr>
            <a:xfrm>
              <a:off x="7708392" y="2301239"/>
              <a:ext cx="4142232" cy="3169920"/>
            </a:xfrm>
            <a:prstGeom prst="rect">
              <a:avLst/>
            </a:prstGeom>
            <a:noFill/>
            <a:ln>
              <a:noFill/>
            </a:ln>
          </p:spPr>
        </p:pic>
      </p:grpSp>
      <p:sp>
        <p:nvSpPr>
          <p:cNvPr id="111" name="Google Shape;111;p6"/>
          <p:cNvSpPr txBox="1"/>
          <p:nvPr/>
        </p:nvSpPr>
        <p:spPr>
          <a:xfrm>
            <a:off x="236016" y="2082749"/>
            <a:ext cx="5932805" cy="1066165"/>
          </a:xfrm>
          <a:prstGeom prst="rect">
            <a:avLst/>
          </a:prstGeom>
          <a:noFill/>
          <a:ln>
            <a:noFill/>
          </a:ln>
        </p:spPr>
        <p:txBody>
          <a:bodyPr anchorCtr="0" anchor="t" bIns="0" lIns="0" spcFirstLastPara="1" rIns="0" wrap="square" tIns="12050">
            <a:spAutoFit/>
          </a:bodyPr>
          <a:lstStyle/>
          <a:p>
            <a:pPr indent="0" lvl="0" marL="12700" marR="5080" rtl="0" algn="l">
              <a:lnSpc>
                <a:spcPct val="100400"/>
              </a:lnSpc>
              <a:spcBef>
                <a:spcPts val="0"/>
              </a:spcBef>
              <a:spcAft>
                <a:spcPts val="0"/>
              </a:spcAft>
              <a:buClr>
                <a:srgbClr val="000000"/>
              </a:buClr>
              <a:buSzPts val="1700"/>
              <a:buFont typeface="Arial"/>
              <a:buNone/>
            </a:pPr>
            <a:r>
              <a:rPr b="0" i="0" lang="en-US" sz="1700" u="none" cap="none" strike="noStrike">
                <a:solidFill>
                  <a:srgbClr val="000000"/>
                </a:solidFill>
                <a:latin typeface="Calibri"/>
                <a:ea typeface="Calibri"/>
                <a:cs typeface="Calibri"/>
                <a:sym typeface="Calibri"/>
              </a:rPr>
              <a:t>Bien que les troubles mentaux et psychique ne soient pas  systématiquement visibles physiquement, certains comportements  doivent attirer l’attention comme une réaction inadaptée au  contexte, un stress important, etc.</a:t>
            </a:r>
            <a:endParaRPr b="0" i="0" sz="1700" u="none" cap="none" strike="noStrike">
              <a:solidFill>
                <a:srgbClr val="000000"/>
              </a:solidFill>
              <a:latin typeface="Calibri"/>
              <a:ea typeface="Calibri"/>
              <a:cs typeface="Calibri"/>
              <a:sym typeface="Calibri"/>
            </a:endParaRPr>
          </a:p>
        </p:txBody>
      </p:sp>
      <p:sp>
        <p:nvSpPr>
          <p:cNvPr id="112" name="Google Shape;112;p6"/>
          <p:cNvSpPr txBox="1"/>
          <p:nvPr/>
        </p:nvSpPr>
        <p:spPr>
          <a:xfrm>
            <a:off x="419201" y="3864609"/>
            <a:ext cx="5244465" cy="2314575"/>
          </a:xfrm>
          <a:prstGeom prst="rect">
            <a:avLst/>
          </a:prstGeom>
          <a:noFill/>
          <a:ln>
            <a:noFill/>
          </a:ln>
        </p:spPr>
        <p:txBody>
          <a:bodyPr anchorCtr="0" anchor="t" bIns="0" lIns="0" spcFirstLastPara="1" rIns="0" wrap="square" tIns="11425">
            <a:spAutoFit/>
          </a:bodyPr>
          <a:lstStyle/>
          <a:p>
            <a:pPr indent="-287019" lvl="0" marL="299085"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Calibri"/>
                <a:ea typeface="Calibri"/>
                <a:cs typeface="Calibri"/>
                <a:sym typeface="Calibri"/>
              </a:rPr>
              <a:t>Sourire car l’expression avenante du visage</a:t>
            </a:r>
            <a:endParaRPr b="0" i="0" sz="2000" u="none" cap="none" strike="noStrike">
              <a:solidFill>
                <a:srgbClr val="000000"/>
              </a:solidFill>
              <a:latin typeface="Calibri"/>
              <a:ea typeface="Calibri"/>
              <a:cs typeface="Calibri"/>
              <a:sym typeface="Calibri"/>
            </a:endParaRPr>
          </a:p>
          <a:p>
            <a:pPr indent="0" lvl="0" marL="299085" marR="0" rtl="0" algn="l">
              <a:lnSpc>
                <a:spcPct val="100000"/>
              </a:lnSpc>
              <a:spcBef>
                <a:spcPts val="25"/>
              </a:spcBef>
              <a:spcAft>
                <a:spcPts val="0"/>
              </a:spcAft>
              <a:buClr>
                <a:srgbClr val="000000"/>
              </a:buClr>
              <a:buSzPts val="2000"/>
              <a:buFont typeface="Arial"/>
              <a:buNone/>
            </a:pPr>
            <a:r>
              <a:rPr b="0" i="0" lang="en-US" sz="2000" u="none" cap="none" strike="noStrike">
                <a:solidFill>
                  <a:srgbClr val="000000"/>
                </a:solidFill>
                <a:latin typeface="Calibri"/>
                <a:ea typeface="Calibri"/>
                <a:cs typeface="Calibri"/>
                <a:sym typeface="Calibri"/>
              </a:rPr>
              <a:t>mettra l’interlocuteur en confiance.</a:t>
            </a:r>
            <a:endParaRPr b="0" i="0" sz="2000" u="none" cap="none" strike="noStrike">
              <a:solidFill>
                <a:srgbClr val="000000"/>
              </a:solidFill>
              <a:latin typeface="Calibri"/>
              <a:ea typeface="Calibri"/>
              <a:cs typeface="Calibri"/>
              <a:sym typeface="Calibri"/>
            </a:endParaRPr>
          </a:p>
          <a:p>
            <a:pPr indent="-287019" lvl="0" marL="299085" marR="0" rtl="0" algn="l">
              <a:lnSpc>
                <a:spcPct val="100000"/>
              </a:lnSpc>
              <a:spcBef>
                <a:spcPts val="1180"/>
              </a:spcBef>
              <a:spcAft>
                <a:spcPts val="0"/>
              </a:spcAft>
              <a:buClr>
                <a:srgbClr val="000000"/>
              </a:buClr>
              <a:buSzPts val="2000"/>
              <a:buFont typeface="Arial"/>
              <a:buChar char="•"/>
            </a:pPr>
            <a:r>
              <a:rPr b="0" i="0" lang="en-US" sz="2000" u="none" cap="none" strike="noStrike">
                <a:solidFill>
                  <a:srgbClr val="000000"/>
                </a:solidFill>
                <a:latin typeface="Calibri"/>
                <a:ea typeface="Calibri"/>
                <a:cs typeface="Calibri"/>
                <a:sym typeface="Calibri"/>
              </a:rPr>
              <a:t>Rester à l’écoute, laisser la personne s’exprimer</a:t>
            </a:r>
            <a:endParaRPr b="0" i="0" sz="2000" u="none" cap="none" strike="noStrike">
              <a:solidFill>
                <a:srgbClr val="000000"/>
              </a:solidFill>
              <a:latin typeface="Calibri"/>
              <a:ea typeface="Calibri"/>
              <a:cs typeface="Calibri"/>
              <a:sym typeface="Calibri"/>
            </a:endParaRPr>
          </a:p>
          <a:p>
            <a:pPr indent="0" lvl="0" marL="299085" marR="0" rtl="0" algn="l">
              <a:lnSpc>
                <a:spcPct val="100000"/>
              </a:lnSpc>
              <a:spcBef>
                <a:spcPts val="25"/>
              </a:spcBef>
              <a:spcAft>
                <a:spcPts val="0"/>
              </a:spcAft>
              <a:buClr>
                <a:srgbClr val="000000"/>
              </a:buClr>
              <a:buSzPts val="2000"/>
              <a:buFont typeface="Arial"/>
              <a:buNone/>
            </a:pPr>
            <a:r>
              <a:rPr b="0" i="0" lang="en-US" sz="2000" u="none" cap="none" strike="noStrike">
                <a:solidFill>
                  <a:srgbClr val="000000"/>
                </a:solidFill>
                <a:latin typeface="Calibri"/>
                <a:ea typeface="Calibri"/>
                <a:cs typeface="Calibri"/>
                <a:sym typeface="Calibri"/>
              </a:rPr>
              <a:t>jusqu’au bout.</a:t>
            </a:r>
            <a:endParaRPr b="0" i="0" sz="2000" u="none" cap="none" strike="noStrike">
              <a:solidFill>
                <a:srgbClr val="000000"/>
              </a:solidFill>
              <a:latin typeface="Calibri"/>
              <a:ea typeface="Calibri"/>
              <a:cs typeface="Calibri"/>
              <a:sym typeface="Calibri"/>
            </a:endParaRPr>
          </a:p>
          <a:p>
            <a:pPr indent="-287019" lvl="0" marL="299085" marR="0" rtl="0" algn="l">
              <a:lnSpc>
                <a:spcPct val="100000"/>
              </a:lnSpc>
              <a:spcBef>
                <a:spcPts val="1200"/>
              </a:spcBef>
              <a:spcAft>
                <a:spcPts val="0"/>
              </a:spcAft>
              <a:buClr>
                <a:srgbClr val="000000"/>
              </a:buClr>
              <a:buSzPts val="2000"/>
              <a:buFont typeface="Arial"/>
              <a:buChar char="•"/>
            </a:pPr>
            <a:r>
              <a:rPr b="0" i="0" lang="en-US" sz="2000" u="none" cap="none" strike="noStrike">
                <a:solidFill>
                  <a:srgbClr val="000000"/>
                </a:solidFill>
                <a:latin typeface="Calibri"/>
                <a:ea typeface="Calibri"/>
                <a:cs typeface="Calibri"/>
                <a:sym typeface="Calibri"/>
              </a:rPr>
              <a:t>Faire des phrases simples en évitant les détails.</a:t>
            </a:r>
            <a:endParaRPr b="0" i="0" sz="2000" u="none" cap="none" strike="noStrike">
              <a:solidFill>
                <a:srgbClr val="000000"/>
              </a:solidFill>
              <a:latin typeface="Calibri"/>
              <a:ea typeface="Calibri"/>
              <a:cs typeface="Calibri"/>
              <a:sym typeface="Calibri"/>
            </a:endParaRPr>
          </a:p>
          <a:p>
            <a:pPr indent="-287019" lvl="0" marL="299085" marR="0" rtl="0" algn="l">
              <a:lnSpc>
                <a:spcPct val="100000"/>
              </a:lnSpc>
              <a:spcBef>
                <a:spcPts val="1200"/>
              </a:spcBef>
              <a:spcAft>
                <a:spcPts val="0"/>
              </a:spcAft>
              <a:buClr>
                <a:srgbClr val="000000"/>
              </a:buClr>
              <a:buSzPts val="2000"/>
              <a:buFont typeface="Arial"/>
              <a:buChar char="•"/>
            </a:pPr>
            <a:r>
              <a:rPr b="0" i="0" lang="en-US" sz="2000" u="none" cap="none" strike="noStrike">
                <a:solidFill>
                  <a:srgbClr val="000000"/>
                </a:solidFill>
                <a:latin typeface="Calibri"/>
                <a:ea typeface="Calibri"/>
                <a:cs typeface="Calibri"/>
                <a:sym typeface="Calibri"/>
              </a:rPr>
              <a:t>Ne pas manifester de signes d’impatience.</a:t>
            </a:r>
            <a:endParaRPr b="0" i="0" sz="200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2022-03-10T10:35:08Z</dcterms:created>
  <dc:creator>mimoun zouhri98</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2022-03-07T00:00:00Z</vt:filetime>
  </property>
  <property fmtid="{D5CDD505-2E9C-101B-9397-08002B2CF9AE}" pid="3" name="Creator">
    <vt:lpwstr>Microsoft® PowerPoint® 2016</vt:lpwstr>
  </property>
  <property fmtid="{D5CDD505-2E9C-101B-9397-08002B2CF9AE}" pid="4" name="LastSaved">
    <vt:filetime>2022-03-10T00:00:00Z</vt:filetime>
  </property>
</Properties>
</file>